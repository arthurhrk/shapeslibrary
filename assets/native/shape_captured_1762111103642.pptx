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7F209F-34F5-6DA7-93D3-9DE5BC4089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03F81D-AE15-151E-32BD-404CCBE083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72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9B2931-379C-9F06-20B8-0CACE00F9F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65C951-0A83-2AED-476A-B4D22AFA2A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145350-B5FA-67F0-74D9-43D868CB61DC}"/>
              </a:ext>
            </a:extLst>
          </p:cNvPr>
          <p:cNvSpPr/>
          <p:nvPr/>
        </p:nvSpPr>
        <p:spPr>
          <a:xfrm>
            <a:off x="381000" y="2480001"/>
            <a:ext cx="4248000" cy="1868204"/>
          </a:xfrm>
          <a:prstGeom prst="rect">
            <a:avLst/>
          </a:prstGeom>
          <a:noFill/>
          <a:ln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600" dirty="0">
                <a:solidFill>
                  <a:schemeClr val="tx1"/>
                </a:solidFill>
                <a:latin typeface="Graphik Light" panose="020B0403030202060203" pitchFamily="34" charset="0"/>
              </a:rPr>
              <a:t>Combinando experiência ímpar e competências especializadas em mais de 40 indústrias, oferecemos uma ampla gama de serviços de estratégia a operações – impulsionados pela maior rede de centros de tecnologia avançada e operações inteligentes do mundo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DEFE5-54C2-4E0A-8DF7-FA352471070E}"/>
              </a:ext>
            </a:extLst>
          </p:cNvPr>
          <p:cNvSpPr/>
          <p:nvPr/>
        </p:nvSpPr>
        <p:spPr>
          <a:xfrm>
            <a:off x="4971000" y="1646421"/>
            <a:ext cx="6840000" cy="262407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FFEA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6" name="Content Placeholder 17">
            <a:extLst>
              <a:ext uri="{FF2B5EF4-FFF2-40B4-BE49-F238E27FC236}">
                <a16:creationId xmlns:a16="http://schemas.microsoft.com/office/drawing/2014/main" id="{262A1476-34C7-CAE7-F740-AF12DD40E689}"/>
              </a:ext>
            </a:extLst>
          </p:cNvPr>
          <p:cNvSpPr txBox="1">
            <a:spLocks/>
          </p:cNvSpPr>
          <p:nvPr/>
        </p:nvSpPr>
        <p:spPr>
          <a:xfrm>
            <a:off x="706722" y="6488234"/>
            <a:ext cx="8279016" cy="19831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1734634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 kern="1200" cap="none" baseline="0">
                <a:solidFill>
                  <a:schemeClr val="tx1">
                    <a:lumMod val="50000"/>
                    <a:lumOff val="50000"/>
                  </a:schemeClr>
                </a:solidFill>
                <a:latin typeface="Graphik" panose="020B0503030202060203" pitchFamily="34" charset="0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32000" indent="-216000" algn="l" defTabSz="1734634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33" b="0" i="0" kern="1200" cap="none" baseline="0">
                <a:solidFill>
                  <a:srgbClr val="404040"/>
                </a:solidFill>
                <a:latin typeface="+mn-lt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648000" indent="-216000" algn="l" defTabSz="1734634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/>
              <a:defRPr sz="1333" b="0" i="0" kern="1200" cap="none" baseline="0">
                <a:solidFill>
                  <a:srgbClr val="404040"/>
                </a:solidFill>
                <a:latin typeface="+mn-lt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864000" indent="-216000" algn="l" defTabSz="1734634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33" b="0" i="0" kern="1200" cap="none" baseline="0">
                <a:solidFill>
                  <a:srgbClr val="404040"/>
                </a:solidFill>
                <a:latin typeface="+mn-lt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1080000" indent="-216000" algn="l" defTabSz="1734634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33" b="0" i="0" kern="1200" cap="none" baseline="0">
                <a:solidFill>
                  <a:srgbClr val="404040"/>
                </a:solidFill>
                <a:latin typeface="+mn-lt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28594" indent="-182029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tabLst/>
              <a:defRPr sz="2133" b="0" i="0" kern="1200" cap="none" baseline="0">
                <a:solidFill>
                  <a:schemeClr val="tx2"/>
                </a:solidFill>
                <a:latin typeface="+mn-lt"/>
                <a:ea typeface="Arial Bold" charset="0"/>
                <a:cs typeface="Arial Bold" charset="0"/>
              </a:defRPr>
            </a:lvl6pPr>
            <a:lvl7pPr marL="0" indent="0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None/>
              <a:defRPr sz="1867" b="1" i="0" kern="1200" cap="none" baseline="0">
                <a:solidFill>
                  <a:schemeClr val="tx1"/>
                </a:solidFill>
                <a:latin typeface="+mn-lt"/>
                <a:ea typeface="Arial Bold" charset="0"/>
                <a:cs typeface="Arial Bold" charset="0"/>
              </a:defRPr>
            </a:lvl7pPr>
            <a:lvl8pPr marL="0" indent="0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None/>
              <a:defRPr sz="1867" b="0" i="0" kern="1200" cap="none" baseline="0">
                <a:solidFill>
                  <a:schemeClr val="tx1"/>
                </a:solidFill>
                <a:latin typeface="+mn-lt"/>
                <a:ea typeface="Arial Bold" charset="0"/>
                <a:cs typeface="Arial Bold" charset="0"/>
              </a:defRPr>
            </a:lvl8pPr>
            <a:lvl9pPr marL="192613" indent="-192613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tabLst/>
              <a:defRPr sz="1867" b="0" i="0" kern="1200" cap="none" baseline="0">
                <a:solidFill>
                  <a:schemeClr val="tx1"/>
                </a:solidFill>
                <a:latin typeface="+mn-lt"/>
                <a:ea typeface="Arial Black" charset="0"/>
                <a:cs typeface="Arial Black" charset="0"/>
              </a:defRPr>
            </a:lvl9pPr>
          </a:lstStyle>
          <a:p>
            <a:pPr marL="0" marR="0" lvl="0" indent="0" algn="l" defTabSz="17346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Fonte: Elaboração</a:t>
            </a:r>
            <a:r>
              <a:rPr lang="pt-BR" dirty="0">
                <a:solidFill>
                  <a:srgbClr val="000000">
                    <a:lumMod val="50000"/>
                    <a:lumOff val="50000"/>
                  </a:srgbClr>
                </a:solidFill>
              </a:rPr>
              <a:t>o Accenture.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75C78D4-29CB-4D44-DCE4-A0B0D0967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1646421"/>
            <a:ext cx="2524616" cy="6660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12877A9-1653-C655-2F99-5ED0D6D1728F}"/>
              </a:ext>
            </a:extLst>
          </p:cNvPr>
          <p:cNvSpPr/>
          <p:nvPr/>
        </p:nvSpPr>
        <p:spPr bwMode="auto">
          <a:xfrm>
            <a:off x="8507574" y="2343324"/>
            <a:ext cx="3024000" cy="1754326"/>
          </a:xfrm>
          <a:prstGeom prst="rect">
            <a:avLst/>
          </a:prstGeom>
          <a:noFill/>
          <a:ln w="6350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R="0" lvl="0" fontAlgn="auto"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pt-BR" sz="1200">
                <a:latin typeface="Graphik Light" panose="020B0403030202060203" pitchFamily="34" charset="0"/>
                <a:cs typeface="Arial"/>
              </a:rPr>
              <a:t>Nº 6 no World's Best Workplaces™ pela Fortune e Great Place to Work®</a:t>
            </a:r>
          </a:p>
          <a:p>
            <a:pPr marR="0" lvl="0" fontAlgn="auto"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pt-BR" sz="1200">
                <a:latin typeface="Graphik Light" panose="020B0403030202060203" pitchFamily="34" charset="0"/>
                <a:cs typeface="Arial"/>
              </a:rPr>
              <a:t>Nº 20 no Kantar BrandZ Most Valuable Global Brands</a:t>
            </a:r>
          </a:p>
          <a:p>
            <a:pPr marR="0" lvl="0" fontAlgn="auto"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pt-BR" sz="1200">
                <a:latin typeface="Graphik Light" panose="020B0403030202060203" pitchFamily="34" charset="0"/>
                <a:cs typeface="Arial"/>
              </a:rPr>
              <a:t>Nº 30 no Fortune World's Most Admired Companies</a:t>
            </a:r>
          </a:p>
          <a:p>
            <a:pPr marR="0" lvl="0" fontAlgn="auto"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pt-BR" sz="1200">
                <a:latin typeface="Graphik Light" panose="020B0403030202060203" pitchFamily="34" charset="0"/>
                <a:cs typeface="Arial"/>
              </a:rPr>
              <a:t>Nº 211 no Fortune Global 500</a:t>
            </a:r>
            <a:endParaRPr lang="pt-BR" sz="1200" dirty="0">
              <a:latin typeface="Graphik Light" panose="020B0403030202060203" pitchFamily="34" charset="0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47789-4E45-1858-D04C-63EDFC83C372}"/>
              </a:ext>
            </a:extLst>
          </p:cNvPr>
          <p:cNvSpPr txBox="1"/>
          <p:nvPr/>
        </p:nvSpPr>
        <p:spPr>
          <a:xfrm>
            <a:off x="8507574" y="1897448"/>
            <a:ext cx="2678873" cy="3459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54">
              <a:spcBef>
                <a:spcPts val="133"/>
              </a:spcBef>
              <a:spcAft>
                <a:spcPts val="267"/>
              </a:spcAft>
              <a:defRPr/>
            </a:pPr>
            <a:r>
              <a:rPr lang="pt-BR" sz="1600" kern="0" dirty="0">
                <a:solidFill>
                  <a:schemeClr val="accent2"/>
                </a:solidFill>
                <a:latin typeface="Graphik Semibold" panose="020B0703030202060203" pitchFamily="34" charset="0"/>
              </a:rPr>
              <a:t>Reconhecimento Global</a:t>
            </a:r>
          </a:p>
          <a:p>
            <a:pPr algn="l" defTabSz="228600">
              <a:spcAft>
                <a:spcPts val="1200"/>
              </a:spcAft>
            </a:pPr>
            <a:endParaRPr lang="pt-BR" sz="1600" dirty="0">
              <a:solidFill>
                <a:schemeClr val="accent2"/>
              </a:solidFill>
              <a:latin typeface="Graphik Semibold" panose="020B070303020206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405738-714A-3EFF-FFD2-D7B097335255}"/>
              </a:ext>
            </a:extLst>
          </p:cNvPr>
          <p:cNvSpPr txBox="1"/>
          <p:nvPr/>
        </p:nvSpPr>
        <p:spPr>
          <a:xfrm>
            <a:off x="5168891" y="2343324"/>
            <a:ext cx="3024000" cy="15696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fontAlgn="auto"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Graphik Light"/>
                <a:cs typeface="Arial"/>
              </a:rPr>
              <a:t>Mais de 9.000 clientes</a:t>
            </a:r>
          </a:p>
          <a:p>
            <a:pPr marR="0" lvl="0" indent="0" fontAlgn="auto"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Graphik Light"/>
                <a:cs typeface="Arial"/>
              </a:rPr>
              <a:t>Parceria com os 100 maiores clientes por mais de 10 anos</a:t>
            </a:r>
          </a:p>
          <a:p>
            <a:pPr marR="0" lvl="0" indent="0" fontAlgn="auto"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Graphik Light"/>
                <a:cs typeface="Arial"/>
              </a:rPr>
              <a:t>125 reservas trimestrais de clientes &gt;$100 milhões</a:t>
            </a:r>
          </a:p>
          <a:p>
            <a:pPr marR="0" lvl="0" indent="0" fontAlgn="auto"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Graphik Light"/>
                <a:cs typeface="Arial"/>
              </a:rPr>
              <a:t>310 clientes Diamond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6AACBA-9DF9-B0E2-FD9E-C48D045FBD1E}"/>
              </a:ext>
            </a:extLst>
          </p:cNvPr>
          <p:cNvCxnSpPr>
            <a:cxnSpLocks/>
          </p:cNvCxnSpPr>
          <p:nvPr/>
        </p:nvCxnSpPr>
        <p:spPr>
          <a:xfrm flipH="1">
            <a:off x="5168891" y="2233185"/>
            <a:ext cx="225174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967D66-B539-D2C0-056A-DF554AEDE4AC}"/>
              </a:ext>
            </a:extLst>
          </p:cNvPr>
          <p:cNvCxnSpPr>
            <a:cxnSpLocks/>
          </p:cNvCxnSpPr>
          <p:nvPr/>
        </p:nvCxnSpPr>
        <p:spPr>
          <a:xfrm flipH="1">
            <a:off x="8507574" y="2233185"/>
            <a:ext cx="225174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61A38A-C442-EA1E-6A4F-4AC34346CECF}"/>
              </a:ext>
            </a:extLst>
          </p:cNvPr>
          <p:cNvSpPr txBox="1"/>
          <p:nvPr/>
        </p:nvSpPr>
        <p:spPr>
          <a:xfrm>
            <a:off x="5168891" y="1897448"/>
            <a:ext cx="2678873" cy="3459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54">
              <a:spcBef>
                <a:spcPts val="133"/>
              </a:spcBef>
              <a:spcAft>
                <a:spcPts val="267"/>
              </a:spcAft>
              <a:defRPr/>
            </a:pPr>
            <a:r>
              <a:rPr lang="pt-BR" sz="1600" kern="0" dirty="0">
                <a:solidFill>
                  <a:schemeClr val="accent2"/>
                </a:solidFill>
                <a:latin typeface="Graphik Semibold" panose="020B0703030202060203" pitchFamily="34" charset="0"/>
              </a:rPr>
              <a:t>Foco no Cliente</a:t>
            </a:r>
            <a:endParaRPr lang="pt-BR" sz="1600" dirty="0">
              <a:solidFill>
                <a:schemeClr val="accent2"/>
              </a:solidFill>
              <a:latin typeface="Graphik Semibold" panose="020B070303020206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4B5876-AECB-BD0D-C504-354D85951A39}"/>
              </a:ext>
            </a:extLst>
          </p:cNvPr>
          <p:cNvSpPr>
            <a:spLocks/>
          </p:cNvSpPr>
          <p:nvPr/>
        </p:nvSpPr>
        <p:spPr bwMode="auto">
          <a:xfrm>
            <a:off x="380999" y="4624815"/>
            <a:ext cx="11430000" cy="1764000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3">
                  <a:lumMod val="60000"/>
                  <a:lumOff val="40000"/>
                  <a:alpha val="8182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36000" rIns="36000" bIns="36000" numCol="1" rtlCol="0" anchor="ctr" anchorCtr="0" compatLnSpc="1">
            <a:prstTxWarp prst="textNoShape">
              <a:avLst/>
            </a:prstTxWarp>
          </a:bodyPr>
          <a:lstStyle>
            <a:defPPr/>
          </a:lstStyle>
          <a:p>
            <a:pPr marL="0" marR="0" lvl="0" indent="0" algn="l" defTabSz="914332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pt-BR" sz="1000" b="1" i="0" u="none" strike="noStrike" kern="0" cap="none" spc="-2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Semibold" panose="020B070303020206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8276A8-7EBC-EE5E-98D9-FEA83CBA958E}"/>
              </a:ext>
            </a:extLst>
          </p:cNvPr>
          <p:cNvSpPr/>
          <p:nvPr/>
        </p:nvSpPr>
        <p:spPr bwMode="auto">
          <a:xfrm>
            <a:off x="580698" y="4690236"/>
            <a:ext cx="6526745" cy="492739"/>
          </a:xfrm>
          <a:prstGeom prst="rect">
            <a:avLst/>
          </a:prstGeom>
          <a:noFill/>
          <a:ln w="6350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lvl="0" algn="l" defTabSz="914354" rtl="0" eaLnBrk="1" fontAlgn="auto" latinLnBrk="0" hangingPunct="1">
              <a:lnSpc>
                <a:spcPts val="214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pt-BR" sz="140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Medium" panose="020B0503030202060203" pitchFamily="34" charset="77"/>
                <a:cs typeface="Arial"/>
              </a:rPr>
              <a:t>Mercados geográficos diversificados, serviços e setores </a:t>
            </a:r>
            <a:r>
              <a:rPr kumimoji="0" lang="pt-BR" sz="140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Medium" panose="020B0503030202060203" pitchFamily="34" charset="77"/>
                <a:cs typeface="Arial"/>
              </a:rPr>
              <a:t>de atuação</a:t>
            </a:r>
            <a:endParaRPr kumimoji="0" lang="pt-BR" sz="140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 Medium" panose="020B0503030202060203" pitchFamily="34" charset="77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830973-FC57-828D-1DE9-91E6BD5A7D8C}"/>
              </a:ext>
            </a:extLst>
          </p:cNvPr>
          <p:cNvGrpSpPr/>
          <p:nvPr/>
        </p:nvGrpSpPr>
        <p:grpSpPr>
          <a:xfrm>
            <a:off x="609190" y="5035068"/>
            <a:ext cx="5225315" cy="253230"/>
            <a:chOff x="609190" y="5035068"/>
            <a:chExt cx="5225315" cy="253230"/>
          </a:xfrm>
        </p:grpSpPr>
        <p:grpSp>
          <p:nvGrpSpPr>
            <p:cNvPr id="17" name="Group 33">
              <a:extLst>
                <a:ext uri="{FF2B5EF4-FFF2-40B4-BE49-F238E27FC236}">
                  <a16:creationId xmlns:a16="http://schemas.microsoft.com/office/drawing/2014/main" id="{BE1C4608-9411-4E2C-2AAA-578819A185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24394" y="5035068"/>
              <a:ext cx="256874" cy="253230"/>
              <a:chOff x="2404" y="445"/>
              <a:chExt cx="423" cy="417"/>
            </a:xfrm>
            <a:solidFill>
              <a:srgbClr val="FFFFFF"/>
            </a:solidFill>
          </p:grpSpPr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20DB73AD-5148-1625-40D6-C300C1C2B80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4" y="445"/>
                <a:ext cx="417" cy="417"/>
              </a:xfrm>
              <a:custGeom>
                <a:avLst/>
                <a:gdLst>
                  <a:gd name="T0" fmla="*/ 269 w 282"/>
                  <a:gd name="T1" fmla="*/ 134 h 282"/>
                  <a:gd name="T2" fmla="*/ 205 w 282"/>
                  <a:gd name="T3" fmla="*/ 135 h 282"/>
                  <a:gd name="T4" fmla="*/ 195 w 282"/>
                  <a:gd name="T5" fmla="*/ 74 h 282"/>
                  <a:gd name="T6" fmla="*/ 208 w 282"/>
                  <a:gd name="T7" fmla="*/ 72 h 282"/>
                  <a:gd name="T8" fmla="*/ 208 w 282"/>
                  <a:gd name="T9" fmla="*/ 60 h 282"/>
                  <a:gd name="T10" fmla="*/ 189 w 282"/>
                  <a:gd name="T11" fmla="*/ 59 h 282"/>
                  <a:gd name="T12" fmla="*/ 161 w 282"/>
                  <a:gd name="T13" fmla="*/ 14 h 282"/>
                  <a:gd name="T14" fmla="*/ 217 w 282"/>
                  <a:gd name="T15" fmla="*/ 38 h 282"/>
                  <a:gd name="T16" fmla="*/ 141 w 282"/>
                  <a:gd name="T17" fmla="*/ 0 h 282"/>
                  <a:gd name="T18" fmla="*/ 0 w 282"/>
                  <a:gd name="T19" fmla="*/ 138 h 282"/>
                  <a:gd name="T20" fmla="*/ 148 w 282"/>
                  <a:gd name="T21" fmla="*/ 282 h 282"/>
                  <a:gd name="T22" fmla="*/ 276 w 282"/>
                  <a:gd name="T23" fmla="*/ 102 h 282"/>
                  <a:gd name="T24" fmla="*/ 137 w 282"/>
                  <a:gd name="T25" fmla="*/ 13 h 282"/>
                  <a:gd name="T26" fmla="*/ 139 w 282"/>
                  <a:gd name="T27" fmla="*/ 13 h 282"/>
                  <a:gd name="T28" fmla="*/ 144 w 282"/>
                  <a:gd name="T29" fmla="*/ 13 h 282"/>
                  <a:gd name="T30" fmla="*/ 175 w 282"/>
                  <a:gd name="T31" fmla="*/ 58 h 282"/>
                  <a:gd name="T32" fmla="*/ 105 w 282"/>
                  <a:gd name="T33" fmla="*/ 60 h 282"/>
                  <a:gd name="T34" fmla="*/ 137 w 282"/>
                  <a:gd name="T35" fmla="*/ 13 h 282"/>
                  <a:gd name="T36" fmla="*/ 117 w 282"/>
                  <a:gd name="T37" fmla="*/ 15 h 282"/>
                  <a:gd name="T38" fmla="*/ 118 w 282"/>
                  <a:gd name="T39" fmla="*/ 17 h 282"/>
                  <a:gd name="T40" fmla="*/ 92 w 282"/>
                  <a:gd name="T41" fmla="*/ 60 h 282"/>
                  <a:gd name="T42" fmla="*/ 41 w 282"/>
                  <a:gd name="T43" fmla="*/ 58 h 282"/>
                  <a:gd name="T44" fmla="*/ 32 w 282"/>
                  <a:gd name="T45" fmla="*/ 209 h 282"/>
                  <a:gd name="T46" fmla="*/ 90 w 282"/>
                  <a:gd name="T47" fmla="*/ 207 h 282"/>
                  <a:gd name="T48" fmla="*/ 120 w 282"/>
                  <a:gd name="T49" fmla="*/ 266 h 282"/>
                  <a:gd name="T50" fmla="*/ 119 w 282"/>
                  <a:gd name="T51" fmla="*/ 268 h 282"/>
                  <a:gd name="T52" fmla="*/ 258 w 282"/>
                  <a:gd name="T53" fmla="*/ 194 h 282"/>
                  <a:gd name="T54" fmla="*/ 220 w 282"/>
                  <a:gd name="T55" fmla="*/ 195 h 282"/>
                  <a:gd name="T56" fmla="*/ 221 w 282"/>
                  <a:gd name="T57" fmla="*/ 207 h 282"/>
                  <a:gd name="T58" fmla="*/ 249 w 282"/>
                  <a:gd name="T59" fmla="*/ 209 h 282"/>
                  <a:gd name="T60" fmla="*/ 160 w 282"/>
                  <a:gd name="T61" fmla="*/ 268 h 282"/>
                  <a:gd name="T62" fmla="*/ 179 w 282"/>
                  <a:gd name="T63" fmla="*/ 237 h 282"/>
                  <a:gd name="T64" fmla="*/ 144 w 282"/>
                  <a:gd name="T65" fmla="*/ 269 h 282"/>
                  <a:gd name="T66" fmla="*/ 142 w 282"/>
                  <a:gd name="T67" fmla="*/ 270 h 282"/>
                  <a:gd name="T68" fmla="*/ 139 w 282"/>
                  <a:gd name="T69" fmla="*/ 270 h 282"/>
                  <a:gd name="T70" fmla="*/ 138 w 282"/>
                  <a:gd name="T71" fmla="*/ 269 h 282"/>
                  <a:gd name="T72" fmla="*/ 103 w 282"/>
                  <a:gd name="T73" fmla="*/ 207 h 282"/>
                  <a:gd name="T74" fmla="*/ 152 w 282"/>
                  <a:gd name="T75" fmla="*/ 203 h 282"/>
                  <a:gd name="T76" fmla="*/ 98 w 282"/>
                  <a:gd name="T77" fmla="*/ 195 h 282"/>
                  <a:gd name="T78" fmla="*/ 93 w 282"/>
                  <a:gd name="T79" fmla="*/ 174 h 282"/>
                  <a:gd name="T80" fmla="*/ 80 w 282"/>
                  <a:gd name="T81" fmla="*/ 175 h 282"/>
                  <a:gd name="T82" fmla="*/ 85 w 282"/>
                  <a:gd name="T83" fmla="*/ 195 h 282"/>
                  <a:gd name="T84" fmla="*/ 24 w 282"/>
                  <a:gd name="T85" fmla="*/ 194 h 282"/>
                  <a:gd name="T86" fmla="*/ 12 w 282"/>
                  <a:gd name="T87" fmla="*/ 147 h 282"/>
                  <a:gd name="T88" fmla="*/ 48 w 282"/>
                  <a:gd name="T89" fmla="*/ 141 h 282"/>
                  <a:gd name="T90" fmla="*/ 12 w 282"/>
                  <a:gd name="T91" fmla="*/ 135 h 282"/>
                  <a:gd name="T92" fmla="*/ 30 w 282"/>
                  <a:gd name="T93" fmla="*/ 73 h 282"/>
                  <a:gd name="T94" fmla="*/ 87 w 282"/>
                  <a:gd name="T95" fmla="*/ 72 h 282"/>
                  <a:gd name="T96" fmla="*/ 78 w 282"/>
                  <a:gd name="T97" fmla="*/ 107 h 282"/>
                  <a:gd name="T98" fmla="*/ 90 w 282"/>
                  <a:gd name="T99" fmla="*/ 107 h 282"/>
                  <a:gd name="T100" fmla="*/ 100 w 282"/>
                  <a:gd name="T101" fmla="*/ 72 h 282"/>
                  <a:gd name="T102" fmla="*/ 182 w 282"/>
                  <a:gd name="T103" fmla="*/ 73 h 282"/>
                  <a:gd name="T104" fmla="*/ 193 w 282"/>
                  <a:gd name="T105" fmla="*/ 135 h 282"/>
                  <a:gd name="T106" fmla="*/ 117 w 282"/>
                  <a:gd name="T107" fmla="*/ 141 h 282"/>
                  <a:gd name="T108" fmla="*/ 193 w 282"/>
                  <a:gd name="T109" fmla="*/ 147 h 282"/>
                  <a:gd name="T110" fmla="*/ 190 w 282"/>
                  <a:gd name="T111" fmla="*/ 169 h 282"/>
                  <a:gd name="T112" fmla="*/ 205 w 282"/>
                  <a:gd name="T113" fmla="*/ 149 h 282"/>
                  <a:gd name="T114" fmla="*/ 269 w 282"/>
                  <a:gd name="T115" fmla="*/ 147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2" h="282">
                    <a:moveTo>
                      <a:pt x="265" y="107"/>
                    </a:moveTo>
                    <a:cubicBezTo>
                      <a:pt x="267" y="116"/>
                      <a:pt x="269" y="125"/>
                      <a:pt x="269" y="134"/>
                    </a:cubicBezTo>
                    <a:cubicBezTo>
                      <a:pt x="269" y="135"/>
                      <a:pt x="269" y="135"/>
                      <a:pt x="269" y="135"/>
                    </a:cubicBezTo>
                    <a:cubicBezTo>
                      <a:pt x="205" y="135"/>
                      <a:pt x="205" y="135"/>
                      <a:pt x="205" y="135"/>
                    </a:cubicBezTo>
                    <a:cubicBezTo>
                      <a:pt x="205" y="134"/>
                      <a:pt x="205" y="134"/>
                      <a:pt x="205" y="134"/>
                    </a:cubicBezTo>
                    <a:cubicBezTo>
                      <a:pt x="205" y="113"/>
                      <a:pt x="202" y="93"/>
                      <a:pt x="195" y="74"/>
                    </a:cubicBezTo>
                    <a:cubicBezTo>
                      <a:pt x="195" y="72"/>
                      <a:pt x="195" y="72"/>
                      <a:pt x="195" y="72"/>
                    </a:cubicBezTo>
                    <a:cubicBezTo>
                      <a:pt x="208" y="72"/>
                      <a:pt x="208" y="72"/>
                      <a:pt x="208" y="72"/>
                    </a:cubicBezTo>
                    <a:cubicBezTo>
                      <a:pt x="208" y="70"/>
                      <a:pt x="208" y="68"/>
                      <a:pt x="208" y="65"/>
                    </a:cubicBezTo>
                    <a:cubicBezTo>
                      <a:pt x="208" y="64"/>
                      <a:pt x="208" y="62"/>
                      <a:pt x="208" y="60"/>
                    </a:cubicBezTo>
                    <a:cubicBezTo>
                      <a:pt x="190" y="60"/>
                      <a:pt x="190" y="60"/>
                      <a:pt x="190" y="60"/>
                    </a:cubicBezTo>
                    <a:cubicBezTo>
                      <a:pt x="189" y="59"/>
                      <a:pt x="189" y="59"/>
                      <a:pt x="189" y="59"/>
                    </a:cubicBezTo>
                    <a:cubicBezTo>
                      <a:pt x="183" y="44"/>
                      <a:pt x="174" y="30"/>
                      <a:pt x="164" y="17"/>
                    </a:cubicBezTo>
                    <a:cubicBezTo>
                      <a:pt x="161" y="14"/>
                      <a:pt x="161" y="14"/>
                      <a:pt x="161" y="14"/>
                    </a:cubicBezTo>
                    <a:cubicBezTo>
                      <a:pt x="165" y="15"/>
                      <a:pt x="165" y="15"/>
                      <a:pt x="165" y="15"/>
                    </a:cubicBezTo>
                    <a:cubicBezTo>
                      <a:pt x="184" y="18"/>
                      <a:pt x="202" y="26"/>
                      <a:pt x="217" y="38"/>
                    </a:cubicBezTo>
                    <a:cubicBezTo>
                      <a:pt x="220" y="35"/>
                      <a:pt x="223" y="32"/>
                      <a:pt x="227" y="29"/>
                    </a:cubicBezTo>
                    <a:cubicBezTo>
                      <a:pt x="203" y="11"/>
                      <a:pt x="173" y="0"/>
                      <a:pt x="141" y="0"/>
                    </a:cubicBezTo>
                    <a:cubicBezTo>
                      <a:pt x="139" y="0"/>
                      <a:pt x="137" y="0"/>
                      <a:pt x="135" y="0"/>
                    </a:cubicBezTo>
                    <a:cubicBezTo>
                      <a:pt x="58" y="3"/>
                      <a:pt x="0" y="63"/>
                      <a:pt x="0" y="138"/>
                    </a:cubicBezTo>
                    <a:cubicBezTo>
                      <a:pt x="0" y="215"/>
                      <a:pt x="58" y="278"/>
                      <a:pt x="133" y="282"/>
                    </a:cubicBezTo>
                    <a:cubicBezTo>
                      <a:pt x="148" y="282"/>
                      <a:pt x="148" y="282"/>
                      <a:pt x="148" y="282"/>
                    </a:cubicBezTo>
                    <a:cubicBezTo>
                      <a:pt x="223" y="278"/>
                      <a:pt x="282" y="216"/>
                      <a:pt x="282" y="141"/>
                    </a:cubicBezTo>
                    <a:cubicBezTo>
                      <a:pt x="282" y="127"/>
                      <a:pt x="280" y="114"/>
                      <a:pt x="276" y="102"/>
                    </a:cubicBezTo>
                    <a:cubicBezTo>
                      <a:pt x="273" y="104"/>
                      <a:pt x="269" y="106"/>
                      <a:pt x="265" y="107"/>
                    </a:cubicBezTo>
                    <a:close/>
                    <a:moveTo>
                      <a:pt x="137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9" y="13"/>
                      <a:pt x="139" y="13"/>
                      <a:pt x="139" y="13"/>
                    </a:cubicBezTo>
                    <a:cubicBezTo>
                      <a:pt x="140" y="12"/>
                      <a:pt x="141" y="12"/>
                      <a:pt x="142" y="13"/>
                    </a:cubicBezTo>
                    <a:cubicBezTo>
                      <a:pt x="144" y="13"/>
                      <a:pt x="144" y="13"/>
                      <a:pt x="144" y="13"/>
                    </a:cubicBezTo>
                    <a:cubicBezTo>
                      <a:pt x="144" y="13"/>
                      <a:pt x="144" y="13"/>
                      <a:pt x="144" y="13"/>
                    </a:cubicBezTo>
                    <a:cubicBezTo>
                      <a:pt x="157" y="27"/>
                      <a:pt x="167" y="42"/>
                      <a:pt x="175" y="58"/>
                    </a:cubicBezTo>
                    <a:cubicBezTo>
                      <a:pt x="176" y="60"/>
                      <a:pt x="176" y="60"/>
                      <a:pt x="176" y="60"/>
                    </a:cubicBezTo>
                    <a:cubicBezTo>
                      <a:pt x="105" y="60"/>
                      <a:pt x="105" y="60"/>
                      <a:pt x="105" y="60"/>
                    </a:cubicBezTo>
                    <a:cubicBezTo>
                      <a:pt x="106" y="58"/>
                      <a:pt x="106" y="58"/>
                      <a:pt x="106" y="58"/>
                    </a:cubicBezTo>
                    <a:cubicBezTo>
                      <a:pt x="114" y="42"/>
                      <a:pt x="125" y="27"/>
                      <a:pt x="137" y="13"/>
                    </a:cubicBezTo>
                    <a:close/>
                    <a:moveTo>
                      <a:pt x="41" y="58"/>
                    </a:moveTo>
                    <a:cubicBezTo>
                      <a:pt x="60" y="35"/>
                      <a:pt x="87" y="20"/>
                      <a:pt x="117" y="15"/>
                    </a:cubicBezTo>
                    <a:cubicBezTo>
                      <a:pt x="120" y="14"/>
                      <a:pt x="120" y="14"/>
                      <a:pt x="120" y="14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07" y="30"/>
                      <a:pt x="99" y="44"/>
                      <a:pt x="92" y="59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39" y="60"/>
                      <a:pt x="39" y="60"/>
                      <a:pt x="39" y="60"/>
                    </a:cubicBezTo>
                    <a:lnTo>
                      <a:pt x="41" y="58"/>
                    </a:lnTo>
                    <a:close/>
                    <a:moveTo>
                      <a:pt x="119" y="268"/>
                    </a:moveTo>
                    <a:cubicBezTo>
                      <a:pt x="83" y="262"/>
                      <a:pt x="52" y="240"/>
                      <a:pt x="32" y="209"/>
                    </a:cubicBezTo>
                    <a:cubicBezTo>
                      <a:pt x="31" y="207"/>
                      <a:pt x="31" y="207"/>
                      <a:pt x="31" y="207"/>
                    </a:cubicBezTo>
                    <a:cubicBezTo>
                      <a:pt x="90" y="207"/>
                      <a:pt x="90" y="207"/>
                      <a:pt x="90" y="207"/>
                    </a:cubicBezTo>
                    <a:cubicBezTo>
                      <a:pt x="90" y="208"/>
                      <a:pt x="90" y="208"/>
                      <a:pt x="90" y="208"/>
                    </a:cubicBezTo>
                    <a:cubicBezTo>
                      <a:pt x="97" y="228"/>
                      <a:pt x="107" y="247"/>
                      <a:pt x="120" y="266"/>
                    </a:cubicBezTo>
                    <a:cubicBezTo>
                      <a:pt x="122" y="268"/>
                      <a:pt x="122" y="268"/>
                      <a:pt x="122" y="268"/>
                    </a:cubicBezTo>
                    <a:lnTo>
                      <a:pt x="119" y="268"/>
                    </a:lnTo>
                    <a:close/>
                    <a:moveTo>
                      <a:pt x="269" y="149"/>
                    </a:moveTo>
                    <a:cubicBezTo>
                      <a:pt x="268" y="164"/>
                      <a:pt x="264" y="180"/>
                      <a:pt x="258" y="194"/>
                    </a:cubicBezTo>
                    <a:cubicBezTo>
                      <a:pt x="257" y="195"/>
                      <a:pt x="257" y="195"/>
                      <a:pt x="257" y="195"/>
                    </a:cubicBezTo>
                    <a:cubicBezTo>
                      <a:pt x="220" y="195"/>
                      <a:pt x="220" y="195"/>
                      <a:pt x="220" y="195"/>
                    </a:cubicBezTo>
                    <a:cubicBezTo>
                      <a:pt x="220" y="198"/>
                      <a:pt x="221" y="200"/>
                      <a:pt x="221" y="203"/>
                    </a:cubicBezTo>
                    <a:cubicBezTo>
                      <a:pt x="221" y="205"/>
                      <a:pt x="221" y="206"/>
                      <a:pt x="221" y="207"/>
                    </a:cubicBezTo>
                    <a:cubicBezTo>
                      <a:pt x="251" y="207"/>
                      <a:pt x="251" y="207"/>
                      <a:pt x="251" y="207"/>
                    </a:cubicBezTo>
                    <a:cubicBezTo>
                      <a:pt x="249" y="209"/>
                      <a:pt x="249" y="209"/>
                      <a:pt x="249" y="209"/>
                    </a:cubicBezTo>
                    <a:cubicBezTo>
                      <a:pt x="230" y="240"/>
                      <a:pt x="198" y="262"/>
                      <a:pt x="163" y="268"/>
                    </a:cubicBezTo>
                    <a:cubicBezTo>
                      <a:pt x="160" y="268"/>
                      <a:pt x="160" y="268"/>
                      <a:pt x="160" y="268"/>
                    </a:cubicBezTo>
                    <a:cubicBezTo>
                      <a:pt x="161" y="266"/>
                      <a:pt x="161" y="266"/>
                      <a:pt x="161" y="266"/>
                    </a:cubicBezTo>
                    <a:cubicBezTo>
                      <a:pt x="168" y="256"/>
                      <a:pt x="174" y="246"/>
                      <a:pt x="179" y="237"/>
                    </a:cubicBezTo>
                    <a:cubicBezTo>
                      <a:pt x="175" y="236"/>
                      <a:pt x="171" y="234"/>
                      <a:pt x="167" y="232"/>
                    </a:cubicBezTo>
                    <a:cubicBezTo>
                      <a:pt x="161" y="244"/>
                      <a:pt x="153" y="257"/>
                      <a:pt x="144" y="269"/>
                    </a:cubicBezTo>
                    <a:cubicBezTo>
                      <a:pt x="143" y="270"/>
                      <a:pt x="143" y="270"/>
                      <a:pt x="143" y="270"/>
                    </a:cubicBezTo>
                    <a:cubicBezTo>
                      <a:pt x="142" y="270"/>
                      <a:pt x="142" y="270"/>
                      <a:pt x="142" y="270"/>
                    </a:cubicBezTo>
                    <a:cubicBezTo>
                      <a:pt x="141" y="270"/>
                      <a:pt x="141" y="270"/>
                      <a:pt x="140" y="270"/>
                    </a:cubicBezTo>
                    <a:cubicBezTo>
                      <a:pt x="140" y="270"/>
                      <a:pt x="140" y="270"/>
                      <a:pt x="139" y="270"/>
                    </a:cubicBezTo>
                    <a:cubicBezTo>
                      <a:pt x="138" y="270"/>
                      <a:pt x="138" y="270"/>
                      <a:pt x="138" y="270"/>
                    </a:cubicBezTo>
                    <a:cubicBezTo>
                      <a:pt x="138" y="269"/>
                      <a:pt x="138" y="269"/>
                      <a:pt x="138" y="269"/>
                    </a:cubicBezTo>
                    <a:cubicBezTo>
                      <a:pt x="123" y="249"/>
                      <a:pt x="112" y="229"/>
                      <a:pt x="103" y="209"/>
                    </a:cubicBezTo>
                    <a:cubicBezTo>
                      <a:pt x="103" y="207"/>
                      <a:pt x="103" y="207"/>
                      <a:pt x="103" y="207"/>
                    </a:cubicBezTo>
                    <a:cubicBezTo>
                      <a:pt x="152" y="207"/>
                      <a:pt x="152" y="207"/>
                      <a:pt x="152" y="207"/>
                    </a:cubicBezTo>
                    <a:cubicBezTo>
                      <a:pt x="152" y="206"/>
                      <a:pt x="152" y="205"/>
                      <a:pt x="152" y="203"/>
                    </a:cubicBezTo>
                    <a:cubicBezTo>
                      <a:pt x="152" y="200"/>
                      <a:pt x="152" y="198"/>
                      <a:pt x="153" y="195"/>
                    </a:cubicBezTo>
                    <a:cubicBezTo>
                      <a:pt x="98" y="195"/>
                      <a:pt x="98" y="195"/>
                      <a:pt x="98" y="195"/>
                    </a:cubicBezTo>
                    <a:cubicBezTo>
                      <a:pt x="98" y="194"/>
                      <a:pt x="98" y="194"/>
                      <a:pt x="98" y="194"/>
                    </a:cubicBezTo>
                    <a:cubicBezTo>
                      <a:pt x="96" y="187"/>
                      <a:pt x="94" y="181"/>
                      <a:pt x="93" y="174"/>
                    </a:cubicBezTo>
                    <a:cubicBezTo>
                      <a:pt x="89" y="175"/>
                      <a:pt x="86" y="175"/>
                      <a:pt x="83" y="175"/>
                    </a:cubicBezTo>
                    <a:cubicBezTo>
                      <a:pt x="82" y="175"/>
                      <a:pt x="81" y="175"/>
                      <a:pt x="80" y="175"/>
                    </a:cubicBezTo>
                    <a:cubicBezTo>
                      <a:pt x="82" y="181"/>
                      <a:pt x="83" y="187"/>
                      <a:pt x="85" y="193"/>
                    </a:cubicBezTo>
                    <a:cubicBezTo>
                      <a:pt x="85" y="195"/>
                      <a:pt x="85" y="195"/>
                      <a:pt x="85" y="195"/>
                    </a:cubicBezTo>
                    <a:cubicBezTo>
                      <a:pt x="25" y="195"/>
                      <a:pt x="25" y="195"/>
                      <a:pt x="25" y="195"/>
                    </a:cubicBezTo>
                    <a:cubicBezTo>
                      <a:pt x="24" y="194"/>
                      <a:pt x="24" y="194"/>
                      <a:pt x="24" y="194"/>
                    </a:cubicBezTo>
                    <a:cubicBezTo>
                      <a:pt x="18" y="180"/>
                      <a:pt x="14" y="165"/>
                      <a:pt x="12" y="149"/>
                    </a:cubicBezTo>
                    <a:cubicBezTo>
                      <a:pt x="12" y="147"/>
                      <a:pt x="12" y="147"/>
                      <a:pt x="12" y="147"/>
                    </a:cubicBezTo>
                    <a:cubicBezTo>
                      <a:pt x="49" y="147"/>
                      <a:pt x="49" y="147"/>
                      <a:pt x="49" y="147"/>
                    </a:cubicBezTo>
                    <a:cubicBezTo>
                      <a:pt x="49" y="145"/>
                      <a:pt x="48" y="143"/>
                      <a:pt x="48" y="141"/>
                    </a:cubicBezTo>
                    <a:cubicBezTo>
                      <a:pt x="48" y="139"/>
                      <a:pt x="49" y="137"/>
                      <a:pt x="49" y="135"/>
                    </a:cubicBezTo>
                    <a:cubicBezTo>
                      <a:pt x="12" y="135"/>
                      <a:pt x="12" y="135"/>
                      <a:pt x="12" y="135"/>
                    </a:cubicBezTo>
                    <a:cubicBezTo>
                      <a:pt x="12" y="134"/>
                      <a:pt x="12" y="134"/>
                      <a:pt x="12" y="134"/>
                    </a:cubicBezTo>
                    <a:cubicBezTo>
                      <a:pt x="13" y="112"/>
                      <a:pt x="19" y="91"/>
                      <a:pt x="30" y="73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87" y="72"/>
                      <a:pt x="87" y="72"/>
                      <a:pt x="87" y="72"/>
                    </a:cubicBezTo>
                    <a:cubicBezTo>
                      <a:pt x="86" y="74"/>
                      <a:pt x="86" y="74"/>
                      <a:pt x="86" y="74"/>
                    </a:cubicBezTo>
                    <a:cubicBezTo>
                      <a:pt x="83" y="85"/>
                      <a:pt x="80" y="96"/>
                      <a:pt x="78" y="107"/>
                    </a:cubicBezTo>
                    <a:cubicBezTo>
                      <a:pt x="80" y="107"/>
                      <a:pt x="81" y="107"/>
                      <a:pt x="83" y="107"/>
                    </a:cubicBezTo>
                    <a:cubicBezTo>
                      <a:pt x="85" y="107"/>
                      <a:pt x="88" y="107"/>
                      <a:pt x="90" y="107"/>
                    </a:cubicBezTo>
                    <a:cubicBezTo>
                      <a:pt x="92" y="96"/>
                      <a:pt x="95" y="84"/>
                      <a:pt x="100" y="73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81" y="72"/>
                      <a:pt x="181" y="72"/>
                      <a:pt x="181" y="72"/>
                    </a:cubicBezTo>
                    <a:cubicBezTo>
                      <a:pt x="182" y="73"/>
                      <a:pt x="182" y="73"/>
                      <a:pt x="182" y="73"/>
                    </a:cubicBezTo>
                    <a:cubicBezTo>
                      <a:pt x="189" y="93"/>
                      <a:pt x="193" y="113"/>
                      <a:pt x="193" y="134"/>
                    </a:cubicBezTo>
                    <a:cubicBezTo>
                      <a:pt x="193" y="135"/>
                      <a:pt x="193" y="135"/>
                      <a:pt x="193" y="135"/>
                    </a:cubicBezTo>
                    <a:cubicBezTo>
                      <a:pt x="117" y="135"/>
                      <a:pt x="117" y="135"/>
                      <a:pt x="117" y="135"/>
                    </a:cubicBezTo>
                    <a:cubicBezTo>
                      <a:pt x="117" y="137"/>
                      <a:pt x="117" y="139"/>
                      <a:pt x="117" y="141"/>
                    </a:cubicBezTo>
                    <a:cubicBezTo>
                      <a:pt x="117" y="143"/>
                      <a:pt x="117" y="145"/>
                      <a:pt x="117" y="147"/>
                    </a:cubicBezTo>
                    <a:cubicBezTo>
                      <a:pt x="193" y="147"/>
                      <a:pt x="193" y="147"/>
                      <a:pt x="193" y="147"/>
                    </a:cubicBezTo>
                    <a:cubicBezTo>
                      <a:pt x="193" y="149"/>
                      <a:pt x="193" y="149"/>
                      <a:pt x="193" y="149"/>
                    </a:cubicBezTo>
                    <a:cubicBezTo>
                      <a:pt x="192" y="155"/>
                      <a:pt x="191" y="162"/>
                      <a:pt x="190" y="169"/>
                    </a:cubicBezTo>
                    <a:cubicBezTo>
                      <a:pt x="194" y="169"/>
                      <a:pt x="198" y="170"/>
                      <a:pt x="202" y="172"/>
                    </a:cubicBezTo>
                    <a:cubicBezTo>
                      <a:pt x="203" y="164"/>
                      <a:pt x="204" y="156"/>
                      <a:pt x="205" y="149"/>
                    </a:cubicBezTo>
                    <a:cubicBezTo>
                      <a:pt x="205" y="147"/>
                      <a:pt x="205" y="147"/>
                      <a:pt x="205" y="147"/>
                    </a:cubicBezTo>
                    <a:cubicBezTo>
                      <a:pt x="269" y="147"/>
                      <a:pt x="269" y="147"/>
                      <a:pt x="269" y="147"/>
                    </a:cubicBezTo>
                    <a:lnTo>
                      <a:pt x="269" y="1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Graphik" charset="0"/>
                  <a:cs typeface="Arial" charset="0"/>
                </a:endParaRPr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2361AA27-D121-47C5-711A-C1FBB94E03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90" y="616"/>
                <a:ext cx="74" cy="74"/>
              </a:xfrm>
              <a:custGeom>
                <a:avLst/>
                <a:gdLst>
                  <a:gd name="T0" fmla="*/ 25 w 50"/>
                  <a:gd name="T1" fmla="*/ 0 h 50"/>
                  <a:gd name="T2" fmla="*/ 0 w 50"/>
                  <a:gd name="T3" fmla="*/ 25 h 50"/>
                  <a:gd name="T4" fmla="*/ 25 w 50"/>
                  <a:gd name="T5" fmla="*/ 50 h 50"/>
                  <a:gd name="T6" fmla="*/ 50 w 50"/>
                  <a:gd name="T7" fmla="*/ 25 h 50"/>
                  <a:gd name="T8" fmla="*/ 25 w 50"/>
                  <a:gd name="T9" fmla="*/ 0 h 50"/>
                  <a:gd name="T10" fmla="*/ 25 w 50"/>
                  <a:gd name="T11" fmla="*/ 38 h 50"/>
                  <a:gd name="T12" fmla="*/ 12 w 50"/>
                  <a:gd name="T13" fmla="*/ 25 h 50"/>
                  <a:gd name="T14" fmla="*/ 25 w 50"/>
                  <a:gd name="T15" fmla="*/ 12 h 50"/>
                  <a:gd name="T16" fmla="*/ 38 w 50"/>
                  <a:gd name="T17" fmla="*/ 25 h 50"/>
                  <a:gd name="T18" fmla="*/ 25 w 50"/>
                  <a:gd name="T19" fmla="*/ 3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0">
                    <a:moveTo>
                      <a:pt x="25" y="0"/>
                    </a:moveTo>
                    <a:cubicBezTo>
                      <a:pt x="11" y="0"/>
                      <a:pt x="0" y="11"/>
                      <a:pt x="0" y="25"/>
                    </a:cubicBezTo>
                    <a:cubicBezTo>
                      <a:pt x="0" y="39"/>
                      <a:pt x="11" y="50"/>
                      <a:pt x="25" y="50"/>
                    </a:cubicBezTo>
                    <a:cubicBezTo>
                      <a:pt x="39" y="50"/>
                      <a:pt x="50" y="39"/>
                      <a:pt x="50" y="25"/>
                    </a:cubicBezTo>
                    <a:cubicBezTo>
                      <a:pt x="50" y="11"/>
                      <a:pt x="39" y="0"/>
                      <a:pt x="25" y="0"/>
                    </a:cubicBezTo>
                    <a:close/>
                    <a:moveTo>
                      <a:pt x="25" y="38"/>
                    </a:moveTo>
                    <a:cubicBezTo>
                      <a:pt x="18" y="38"/>
                      <a:pt x="12" y="32"/>
                      <a:pt x="12" y="25"/>
                    </a:cubicBezTo>
                    <a:cubicBezTo>
                      <a:pt x="12" y="18"/>
                      <a:pt x="18" y="12"/>
                      <a:pt x="25" y="12"/>
                    </a:cubicBezTo>
                    <a:cubicBezTo>
                      <a:pt x="32" y="12"/>
                      <a:pt x="38" y="18"/>
                      <a:pt x="38" y="25"/>
                    </a:cubicBezTo>
                    <a:cubicBezTo>
                      <a:pt x="38" y="32"/>
                      <a:pt x="32" y="38"/>
                      <a:pt x="25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Graphik" charset="0"/>
                  <a:cs typeface="Arial" charset="0"/>
                </a:endParaRPr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49401310-3F68-7DF4-5D06-E0C1910F443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42" y="708"/>
                <a:ext cx="74" cy="74"/>
              </a:xfrm>
              <a:custGeom>
                <a:avLst/>
                <a:gdLst>
                  <a:gd name="T0" fmla="*/ 25 w 50"/>
                  <a:gd name="T1" fmla="*/ 0 h 50"/>
                  <a:gd name="T2" fmla="*/ 0 w 50"/>
                  <a:gd name="T3" fmla="*/ 25 h 50"/>
                  <a:gd name="T4" fmla="*/ 25 w 50"/>
                  <a:gd name="T5" fmla="*/ 50 h 50"/>
                  <a:gd name="T6" fmla="*/ 50 w 50"/>
                  <a:gd name="T7" fmla="*/ 25 h 50"/>
                  <a:gd name="T8" fmla="*/ 25 w 50"/>
                  <a:gd name="T9" fmla="*/ 0 h 50"/>
                  <a:gd name="T10" fmla="*/ 25 w 50"/>
                  <a:gd name="T11" fmla="*/ 38 h 50"/>
                  <a:gd name="T12" fmla="*/ 12 w 50"/>
                  <a:gd name="T13" fmla="*/ 25 h 50"/>
                  <a:gd name="T14" fmla="*/ 25 w 50"/>
                  <a:gd name="T15" fmla="*/ 12 h 50"/>
                  <a:gd name="T16" fmla="*/ 38 w 50"/>
                  <a:gd name="T17" fmla="*/ 25 h 50"/>
                  <a:gd name="T18" fmla="*/ 25 w 50"/>
                  <a:gd name="T19" fmla="*/ 3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0">
                    <a:moveTo>
                      <a:pt x="25" y="0"/>
                    </a:moveTo>
                    <a:cubicBezTo>
                      <a:pt x="12" y="0"/>
                      <a:pt x="0" y="11"/>
                      <a:pt x="0" y="25"/>
                    </a:cubicBezTo>
                    <a:cubicBezTo>
                      <a:pt x="0" y="39"/>
                      <a:pt x="12" y="50"/>
                      <a:pt x="25" y="50"/>
                    </a:cubicBezTo>
                    <a:cubicBezTo>
                      <a:pt x="39" y="50"/>
                      <a:pt x="50" y="39"/>
                      <a:pt x="50" y="25"/>
                    </a:cubicBezTo>
                    <a:cubicBezTo>
                      <a:pt x="50" y="11"/>
                      <a:pt x="39" y="0"/>
                      <a:pt x="25" y="0"/>
                    </a:cubicBezTo>
                    <a:close/>
                    <a:moveTo>
                      <a:pt x="25" y="38"/>
                    </a:moveTo>
                    <a:cubicBezTo>
                      <a:pt x="18" y="38"/>
                      <a:pt x="12" y="32"/>
                      <a:pt x="12" y="25"/>
                    </a:cubicBezTo>
                    <a:cubicBezTo>
                      <a:pt x="12" y="18"/>
                      <a:pt x="18" y="12"/>
                      <a:pt x="25" y="12"/>
                    </a:cubicBezTo>
                    <a:cubicBezTo>
                      <a:pt x="33" y="12"/>
                      <a:pt x="38" y="18"/>
                      <a:pt x="38" y="25"/>
                    </a:cubicBezTo>
                    <a:cubicBezTo>
                      <a:pt x="38" y="32"/>
                      <a:pt x="33" y="38"/>
                      <a:pt x="25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Graphik" charset="0"/>
                  <a:cs typeface="Arial" charset="0"/>
                </a:endParaRPr>
              </a:p>
            </p:txBody>
          </p:sp>
          <p:sp>
            <p:nvSpPr>
              <p:cNvPr id="35" name="Freeform 37">
                <a:extLst>
                  <a:ext uri="{FF2B5EF4-FFF2-40B4-BE49-F238E27FC236}">
                    <a16:creationId xmlns:a16="http://schemas.microsoft.com/office/drawing/2014/main" id="{4112083E-B07D-E8FC-D429-F46991A9134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25" y="491"/>
                <a:ext cx="102" cy="102"/>
              </a:xfrm>
              <a:custGeom>
                <a:avLst/>
                <a:gdLst>
                  <a:gd name="T0" fmla="*/ 35 w 69"/>
                  <a:gd name="T1" fmla="*/ 69 h 69"/>
                  <a:gd name="T2" fmla="*/ 69 w 69"/>
                  <a:gd name="T3" fmla="*/ 34 h 69"/>
                  <a:gd name="T4" fmla="*/ 35 w 69"/>
                  <a:gd name="T5" fmla="*/ 0 h 69"/>
                  <a:gd name="T6" fmla="*/ 0 w 69"/>
                  <a:gd name="T7" fmla="*/ 34 h 69"/>
                  <a:gd name="T8" fmla="*/ 35 w 69"/>
                  <a:gd name="T9" fmla="*/ 69 h 69"/>
                  <a:gd name="T10" fmla="*/ 35 w 69"/>
                  <a:gd name="T11" fmla="*/ 12 h 69"/>
                  <a:gd name="T12" fmla="*/ 57 w 69"/>
                  <a:gd name="T13" fmla="*/ 34 h 69"/>
                  <a:gd name="T14" fmla="*/ 35 w 69"/>
                  <a:gd name="T15" fmla="*/ 57 h 69"/>
                  <a:gd name="T16" fmla="*/ 12 w 69"/>
                  <a:gd name="T17" fmla="*/ 34 h 69"/>
                  <a:gd name="T18" fmla="*/ 35 w 69"/>
                  <a:gd name="T19" fmla="*/ 1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9" h="69">
                    <a:moveTo>
                      <a:pt x="35" y="69"/>
                    </a:moveTo>
                    <a:cubicBezTo>
                      <a:pt x="54" y="69"/>
                      <a:pt x="69" y="53"/>
                      <a:pt x="69" y="34"/>
                    </a:cubicBezTo>
                    <a:cubicBezTo>
                      <a:pt x="69" y="15"/>
                      <a:pt x="54" y="0"/>
                      <a:pt x="35" y="0"/>
                    </a:cubicBezTo>
                    <a:cubicBezTo>
                      <a:pt x="16" y="0"/>
                      <a:pt x="0" y="15"/>
                      <a:pt x="0" y="34"/>
                    </a:cubicBezTo>
                    <a:cubicBezTo>
                      <a:pt x="0" y="53"/>
                      <a:pt x="16" y="69"/>
                      <a:pt x="35" y="69"/>
                    </a:cubicBezTo>
                    <a:close/>
                    <a:moveTo>
                      <a:pt x="35" y="12"/>
                    </a:moveTo>
                    <a:cubicBezTo>
                      <a:pt x="47" y="12"/>
                      <a:pt x="57" y="22"/>
                      <a:pt x="57" y="34"/>
                    </a:cubicBezTo>
                    <a:cubicBezTo>
                      <a:pt x="57" y="47"/>
                      <a:pt x="47" y="57"/>
                      <a:pt x="35" y="57"/>
                    </a:cubicBezTo>
                    <a:cubicBezTo>
                      <a:pt x="22" y="57"/>
                      <a:pt x="12" y="47"/>
                      <a:pt x="12" y="34"/>
                    </a:cubicBezTo>
                    <a:cubicBezTo>
                      <a:pt x="12" y="22"/>
                      <a:pt x="22" y="12"/>
                      <a:pt x="3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Graphik" charset="0"/>
                  <a:cs typeface="Arial" charset="0"/>
                </a:endParaRPr>
              </a:p>
            </p:txBody>
          </p:sp>
        </p:grpSp>
        <p:grpSp>
          <p:nvGrpSpPr>
            <p:cNvPr id="18" name="Group 33">
              <a:extLst>
                <a:ext uri="{FF2B5EF4-FFF2-40B4-BE49-F238E27FC236}">
                  <a16:creationId xmlns:a16="http://schemas.microsoft.com/office/drawing/2014/main" id="{96794AEF-6E28-82C1-F320-62F1BFD1AD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37030" y="5035068"/>
              <a:ext cx="256874" cy="253230"/>
              <a:chOff x="2404" y="445"/>
              <a:chExt cx="423" cy="417"/>
            </a:xfrm>
            <a:solidFill>
              <a:srgbClr val="FFFFFF"/>
            </a:solidFill>
          </p:grpSpPr>
          <p:sp>
            <p:nvSpPr>
              <p:cNvPr id="28" name="Freeform 34">
                <a:extLst>
                  <a:ext uri="{FF2B5EF4-FFF2-40B4-BE49-F238E27FC236}">
                    <a16:creationId xmlns:a16="http://schemas.microsoft.com/office/drawing/2014/main" id="{E4FFA3C6-5C62-1612-71AA-5FF77DC844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4" y="445"/>
                <a:ext cx="417" cy="417"/>
              </a:xfrm>
              <a:custGeom>
                <a:avLst/>
                <a:gdLst>
                  <a:gd name="T0" fmla="*/ 269 w 282"/>
                  <a:gd name="T1" fmla="*/ 134 h 282"/>
                  <a:gd name="T2" fmla="*/ 205 w 282"/>
                  <a:gd name="T3" fmla="*/ 135 h 282"/>
                  <a:gd name="T4" fmla="*/ 195 w 282"/>
                  <a:gd name="T5" fmla="*/ 74 h 282"/>
                  <a:gd name="T6" fmla="*/ 208 w 282"/>
                  <a:gd name="T7" fmla="*/ 72 h 282"/>
                  <a:gd name="T8" fmla="*/ 208 w 282"/>
                  <a:gd name="T9" fmla="*/ 60 h 282"/>
                  <a:gd name="T10" fmla="*/ 189 w 282"/>
                  <a:gd name="T11" fmla="*/ 59 h 282"/>
                  <a:gd name="T12" fmla="*/ 161 w 282"/>
                  <a:gd name="T13" fmla="*/ 14 h 282"/>
                  <a:gd name="T14" fmla="*/ 217 w 282"/>
                  <a:gd name="T15" fmla="*/ 38 h 282"/>
                  <a:gd name="T16" fmla="*/ 141 w 282"/>
                  <a:gd name="T17" fmla="*/ 0 h 282"/>
                  <a:gd name="T18" fmla="*/ 0 w 282"/>
                  <a:gd name="T19" fmla="*/ 138 h 282"/>
                  <a:gd name="T20" fmla="*/ 148 w 282"/>
                  <a:gd name="T21" fmla="*/ 282 h 282"/>
                  <a:gd name="T22" fmla="*/ 276 w 282"/>
                  <a:gd name="T23" fmla="*/ 102 h 282"/>
                  <a:gd name="T24" fmla="*/ 137 w 282"/>
                  <a:gd name="T25" fmla="*/ 13 h 282"/>
                  <a:gd name="T26" fmla="*/ 139 w 282"/>
                  <a:gd name="T27" fmla="*/ 13 h 282"/>
                  <a:gd name="T28" fmla="*/ 144 w 282"/>
                  <a:gd name="T29" fmla="*/ 13 h 282"/>
                  <a:gd name="T30" fmla="*/ 175 w 282"/>
                  <a:gd name="T31" fmla="*/ 58 h 282"/>
                  <a:gd name="T32" fmla="*/ 105 w 282"/>
                  <a:gd name="T33" fmla="*/ 60 h 282"/>
                  <a:gd name="T34" fmla="*/ 137 w 282"/>
                  <a:gd name="T35" fmla="*/ 13 h 282"/>
                  <a:gd name="T36" fmla="*/ 117 w 282"/>
                  <a:gd name="T37" fmla="*/ 15 h 282"/>
                  <a:gd name="T38" fmla="*/ 118 w 282"/>
                  <a:gd name="T39" fmla="*/ 17 h 282"/>
                  <a:gd name="T40" fmla="*/ 92 w 282"/>
                  <a:gd name="T41" fmla="*/ 60 h 282"/>
                  <a:gd name="T42" fmla="*/ 41 w 282"/>
                  <a:gd name="T43" fmla="*/ 58 h 282"/>
                  <a:gd name="T44" fmla="*/ 32 w 282"/>
                  <a:gd name="T45" fmla="*/ 209 h 282"/>
                  <a:gd name="T46" fmla="*/ 90 w 282"/>
                  <a:gd name="T47" fmla="*/ 207 h 282"/>
                  <a:gd name="T48" fmla="*/ 120 w 282"/>
                  <a:gd name="T49" fmla="*/ 266 h 282"/>
                  <a:gd name="T50" fmla="*/ 119 w 282"/>
                  <a:gd name="T51" fmla="*/ 268 h 282"/>
                  <a:gd name="T52" fmla="*/ 258 w 282"/>
                  <a:gd name="T53" fmla="*/ 194 h 282"/>
                  <a:gd name="T54" fmla="*/ 220 w 282"/>
                  <a:gd name="T55" fmla="*/ 195 h 282"/>
                  <a:gd name="T56" fmla="*/ 221 w 282"/>
                  <a:gd name="T57" fmla="*/ 207 h 282"/>
                  <a:gd name="T58" fmla="*/ 249 w 282"/>
                  <a:gd name="T59" fmla="*/ 209 h 282"/>
                  <a:gd name="T60" fmla="*/ 160 w 282"/>
                  <a:gd name="T61" fmla="*/ 268 h 282"/>
                  <a:gd name="T62" fmla="*/ 179 w 282"/>
                  <a:gd name="T63" fmla="*/ 237 h 282"/>
                  <a:gd name="T64" fmla="*/ 144 w 282"/>
                  <a:gd name="T65" fmla="*/ 269 h 282"/>
                  <a:gd name="T66" fmla="*/ 142 w 282"/>
                  <a:gd name="T67" fmla="*/ 270 h 282"/>
                  <a:gd name="T68" fmla="*/ 139 w 282"/>
                  <a:gd name="T69" fmla="*/ 270 h 282"/>
                  <a:gd name="T70" fmla="*/ 138 w 282"/>
                  <a:gd name="T71" fmla="*/ 269 h 282"/>
                  <a:gd name="T72" fmla="*/ 103 w 282"/>
                  <a:gd name="T73" fmla="*/ 207 h 282"/>
                  <a:gd name="T74" fmla="*/ 152 w 282"/>
                  <a:gd name="T75" fmla="*/ 203 h 282"/>
                  <a:gd name="T76" fmla="*/ 98 w 282"/>
                  <a:gd name="T77" fmla="*/ 195 h 282"/>
                  <a:gd name="T78" fmla="*/ 93 w 282"/>
                  <a:gd name="T79" fmla="*/ 174 h 282"/>
                  <a:gd name="T80" fmla="*/ 80 w 282"/>
                  <a:gd name="T81" fmla="*/ 175 h 282"/>
                  <a:gd name="T82" fmla="*/ 85 w 282"/>
                  <a:gd name="T83" fmla="*/ 195 h 282"/>
                  <a:gd name="T84" fmla="*/ 24 w 282"/>
                  <a:gd name="T85" fmla="*/ 194 h 282"/>
                  <a:gd name="T86" fmla="*/ 12 w 282"/>
                  <a:gd name="T87" fmla="*/ 147 h 282"/>
                  <a:gd name="T88" fmla="*/ 48 w 282"/>
                  <a:gd name="T89" fmla="*/ 141 h 282"/>
                  <a:gd name="T90" fmla="*/ 12 w 282"/>
                  <a:gd name="T91" fmla="*/ 135 h 282"/>
                  <a:gd name="T92" fmla="*/ 30 w 282"/>
                  <a:gd name="T93" fmla="*/ 73 h 282"/>
                  <a:gd name="T94" fmla="*/ 87 w 282"/>
                  <a:gd name="T95" fmla="*/ 72 h 282"/>
                  <a:gd name="T96" fmla="*/ 78 w 282"/>
                  <a:gd name="T97" fmla="*/ 107 h 282"/>
                  <a:gd name="T98" fmla="*/ 90 w 282"/>
                  <a:gd name="T99" fmla="*/ 107 h 282"/>
                  <a:gd name="T100" fmla="*/ 100 w 282"/>
                  <a:gd name="T101" fmla="*/ 72 h 282"/>
                  <a:gd name="T102" fmla="*/ 182 w 282"/>
                  <a:gd name="T103" fmla="*/ 73 h 282"/>
                  <a:gd name="T104" fmla="*/ 193 w 282"/>
                  <a:gd name="T105" fmla="*/ 135 h 282"/>
                  <a:gd name="T106" fmla="*/ 117 w 282"/>
                  <a:gd name="T107" fmla="*/ 141 h 282"/>
                  <a:gd name="T108" fmla="*/ 193 w 282"/>
                  <a:gd name="T109" fmla="*/ 147 h 282"/>
                  <a:gd name="T110" fmla="*/ 190 w 282"/>
                  <a:gd name="T111" fmla="*/ 169 h 282"/>
                  <a:gd name="T112" fmla="*/ 205 w 282"/>
                  <a:gd name="T113" fmla="*/ 149 h 282"/>
                  <a:gd name="T114" fmla="*/ 269 w 282"/>
                  <a:gd name="T115" fmla="*/ 147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2" h="282">
                    <a:moveTo>
                      <a:pt x="265" y="107"/>
                    </a:moveTo>
                    <a:cubicBezTo>
                      <a:pt x="267" y="116"/>
                      <a:pt x="269" y="125"/>
                      <a:pt x="269" y="134"/>
                    </a:cubicBezTo>
                    <a:cubicBezTo>
                      <a:pt x="269" y="135"/>
                      <a:pt x="269" y="135"/>
                      <a:pt x="269" y="135"/>
                    </a:cubicBezTo>
                    <a:cubicBezTo>
                      <a:pt x="205" y="135"/>
                      <a:pt x="205" y="135"/>
                      <a:pt x="205" y="135"/>
                    </a:cubicBezTo>
                    <a:cubicBezTo>
                      <a:pt x="205" y="134"/>
                      <a:pt x="205" y="134"/>
                      <a:pt x="205" y="134"/>
                    </a:cubicBezTo>
                    <a:cubicBezTo>
                      <a:pt x="205" y="113"/>
                      <a:pt x="202" y="93"/>
                      <a:pt x="195" y="74"/>
                    </a:cubicBezTo>
                    <a:cubicBezTo>
                      <a:pt x="195" y="72"/>
                      <a:pt x="195" y="72"/>
                      <a:pt x="195" y="72"/>
                    </a:cubicBezTo>
                    <a:cubicBezTo>
                      <a:pt x="208" y="72"/>
                      <a:pt x="208" y="72"/>
                      <a:pt x="208" y="72"/>
                    </a:cubicBezTo>
                    <a:cubicBezTo>
                      <a:pt x="208" y="70"/>
                      <a:pt x="208" y="68"/>
                      <a:pt x="208" y="65"/>
                    </a:cubicBezTo>
                    <a:cubicBezTo>
                      <a:pt x="208" y="64"/>
                      <a:pt x="208" y="62"/>
                      <a:pt x="208" y="60"/>
                    </a:cubicBezTo>
                    <a:cubicBezTo>
                      <a:pt x="190" y="60"/>
                      <a:pt x="190" y="60"/>
                      <a:pt x="190" y="60"/>
                    </a:cubicBezTo>
                    <a:cubicBezTo>
                      <a:pt x="189" y="59"/>
                      <a:pt x="189" y="59"/>
                      <a:pt x="189" y="59"/>
                    </a:cubicBezTo>
                    <a:cubicBezTo>
                      <a:pt x="183" y="44"/>
                      <a:pt x="174" y="30"/>
                      <a:pt x="164" y="17"/>
                    </a:cubicBezTo>
                    <a:cubicBezTo>
                      <a:pt x="161" y="14"/>
                      <a:pt x="161" y="14"/>
                      <a:pt x="161" y="14"/>
                    </a:cubicBezTo>
                    <a:cubicBezTo>
                      <a:pt x="165" y="15"/>
                      <a:pt x="165" y="15"/>
                      <a:pt x="165" y="15"/>
                    </a:cubicBezTo>
                    <a:cubicBezTo>
                      <a:pt x="184" y="18"/>
                      <a:pt x="202" y="26"/>
                      <a:pt x="217" y="38"/>
                    </a:cubicBezTo>
                    <a:cubicBezTo>
                      <a:pt x="220" y="35"/>
                      <a:pt x="223" y="32"/>
                      <a:pt x="227" y="29"/>
                    </a:cubicBezTo>
                    <a:cubicBezTo>
                      <a:pt x="203" y="11"/>
                      <a:pt x="173" y="0"/>
                      <a:pt x="141" y="0"/>
                    </a:cubicBezTo>
                    <a:cubicBezTo>
                      <a:pt x="139" y="0"/>
                      <a:pt x="137" y="0"/>
                      <a:pt x="135" y="0"/>
                    </a:cubicBezTo>
                    <a:cubicBezTo>
                      <a:pt x="58" y="3"/>
                      <a:pt x="0" y="63"/>
                      <a:pt x="0" y="138"/>
                    </a:cubicBezTo>
                    <a:cubicBezTo>
                      <a:pt x="0" y="215"/>
                      <a:pt x="58" y="278"/>
                      <a:pt x="133" y="282"/>
                    </a:cubicBezTo>
                    <a:cubicBezTo>
                      <a:pt x="148" y="282"/>
                      <a:pt x="148" y="282"/>
                      <a:pt x="148" y="282"/>
                    </a:cubicBezTo>
                    <a:cubicBezTo>
                      <a:pt x="223" y="278"/>
                      <a:pt x="282" y="216"/>
                      <a:pt x="282" y="141"/>
                    </a:cubicBezTo>
                    <a:cubicBezTo>
                      <a:pt x="282" y="127"/>
                      <a:pt x="280" y="114"/>
                      <a:pt x="276" y="102"/>
                    </a:cubicBezTo>
                    <a:cubicBezTo>
                      <a:pt x="273" y="104"/>
                      <a:pt x="269" y="106"/>
                      <a:pt x="265" y="107"/>
                    </a:cubicBezTo>
                    <a:close/>
                    <a:moveTo>
                      <a:pt x="137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9" y="13"/>
                      <a:pt x="139" y="13"/>
                      <a:pt x="139" y="13"/>
                    </a:cubicBezTo>
                    <a:cubicBezTo>
                      <a:pt x="140" y="12"/>
                      <a:pt x="141" y="12"/>
                      <a:pt x="142" y="13"/>
                    </a:cubicBezTo>
                    <a:cubicBezTo>
                      <a:pt x="144" y="13"/>
                      <a:pt x="144" y="13"/>
                      <a:pt x="144" y="13"/>
                    </a:cubicBezTo>
                    <a:cubicBezTo>
                      <a:pt x="144" y="13"/>
                      <a:pt x="144" y="13"/>
                      <a:pt x="144" y="13"/>
                    </a:cubicBezTo>
                    <a:cubicBezTo>
                      <a:pt x="157" y="27"/>
                      <a:pt x="167" y="42"/>
                      <a:pt x="175" y="58"/>
                    </a:cubicBezTo>
                    <a:cubicBezTo>
                      <a:pt x="176" y="60"/>
                      <a:pt x="176" y="60"/>
                      <a:pt x="176" y="60"/>
                    </a:cubicBezTo>
                    <a:cubicBezTo>
                      <a:pt x="105" y="60"/>
                      <a:pt x="105" y="60"/>
                      <a:pt x="105" y="60"/>
                    </a:cubicBezTo>
                    <a:cubicBezTo>
                      <a:pt x="106" y="58"/>
                      <a:pt x="106" y="58"/>
                      <a:pt x="106" y="58"/>
                    </a:cubicBezTo>
                    <a:cubicBezTo>
                      <a:pt x="114" y="42"/>
                      <a:pt x="125" y="27"/>
                      <a:pt x="137" y="13"/>
                    </a:cubicBezTo>
                    <a:close/>
                    <a:moveTo>
                      <a:pt x="41" y="58"/>
                    </a:moveTo>
                    <a:cubicBezTo>
                      <a:pt x="60" y="35"/>
                      <a:pt x="87" y="20"/>
                      <a:pt x="117" y="15"/>
                    </a:cubicBezTo>
                    <a:cubicBezTo>
                      <a:pt x="120" y="14"/>
                      <a:pt x="120" y="14"/>
                      <a:pt x="120" y="14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07" y="30"/>
                      <a:pt x="99" y="44"/>
                      <a:pt x="92" y="59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39" y="60"/>
                      <a:pt x="39" y="60"/>
                      <a:pt x="39" y="60"/>
                    </a:cubicBezTo>
                    <a:lnTo>
                      <a:pt x="41" y="58"/>
                    </a:lnTo>
                    <a:close/>
                    <a:moveTo>
                      <a:pt x="119" y="268"/>
                    </a:moveTo>
                    <a:cubicBezTo>
                      <a:pt x="83" y="262"/>
                      <a:pt x="52" y="240"/>
                      <a:pt x="32" y="209"/>
                    </a:cubicBezTo>
                    <a:cubicBezTo>
                      <a:pt x="31" y="207"/>
                      <a:pt x="31" y="207"/>
                      <a:pt x="31" y="207"/>
                    </a:cubicBezTo>
                    <a:cubicBezTo>
                      <a:pt x="90" y="207"/>
                      <a:pt x="90" y="207"/>
                      <a:pt x="90" y="207"/>
                    </a:cubicBezTo>
                    <a:cubicBezTo>
                      <a:pt x="90" y="208"/>
                      <a:pt x="90" y="208"/>
                      <a:pt x="90" y="208"/>
                    </a:cubicBezTo>
                    <a:cubicBezTo>
                      <a:pt x="97" y="228"/>
                      <a:pt x="107" y="247"/>
                      <a:pt x="120" y="266"/>
                    </a:cubicBezTo>
                    <a:cubicBezTo>
                      <a:pt x="122" y="268"/>
                      <a:pt x="122" y="268"/>
                      <a:pt x="122" y="268"/>
                    </a:cubicBezTo>
                    <a:lnTo>
                      <a:pt x="119" y="268"/>
                    </a:lnTo>
                    <a:close/>
                    <a:moveTo>
                      <a:pt x="269" y="149"/>
                    </a:moveTo>
                    <a:cubicBezTo>
                      <a:pt x="268" y="164"/>
                      <a:pt x="264" y="180"/>
                      <a:pt x="258" y="194"/>
                    </a:cubicBezTo>
                    <a:cubicBezTo>
                      <a:pt x="257" y="195"/>
                      <a:pt x="257" y="195"/>
                      <a:pt x="257" y="195"/>
                    </a:cubicBezTo>
                    <a:cubicBezTo>
                      <a:pt x="220" y="195"/>
                      <a:pt x="220" y="195"/>
                      <a:pt x="220" y="195"/>
                    </a:cubicBezTo>
                    <a:cubicBezTo>
                      <a:pt x="220" y="198"/>
                      <a:pt x="221" y="200"/>
                      <a:pt x="221" y="203"/>
                    </a:cubicBezTo>
                    <a:cubicBezTo>
                      <a:pt x="221" y="205"/>
                      <a:pt x="221" y="206"/>
                      <a:pt x="221" y="207"/>
                    </a:cubicBezTo>
                    <a:cubicBezTo>
                      <a:pt x="251" y="207"/>
                      <a:pt x="251" y="207"/>
                      <a:pt x="251" y="207"/>
                    </a:cubicBezTo>
                    <a:cubicBezTo>
                      <a:pt x="249" y="209"/>
                      <a:pt x="249" y="209"/>
                      <a:pt x="249" y="209"/>
                    </a:cubicBezTo>
                    <a:cubicBezTo>
                      <a:pt x="230" y="240"/>
                      <a:pt x="198" y="262"/>
                      <a:pt x="163" y="268"/>
                    </a:cubicBezTo>
                    <a:cubicBezTo>
                      <a:pt x="160" y="268"/>
                      <a:pt x="160" y="268"/>
                      <a:pt x="160" y="268"/>
                    </a:cubicBezTo>
                    <a:cubicBezTo>
                      <a:pt x="161" y="266"/>
                      <a:pt x="161" y="266"/>
                      <a:pt x="161" y="266"/>
                    </a:cubicBezTo>
                    <a:cubicBezTo>
                      <a:pt x="168" y="256"/>
                      <a:pt x="174" y="246"/>
                      <a:pt x="179" y="237"/>
                    </a:cubicBezTo>
                    <a:cubicBezTo>
                      <a:pt x="175" y="236"/>
                      <a:pt x="171" y="234"/>
                      <a:pt x="167" y="232"/>
                    </a:cubicBezTo>
                    <a:cubicBezTo>
                      <a:pt x="161" y="244"/>
                      <a:pt x="153" y="257"/>
                      <a:pt x="144" y="269"/>
                    </a:cubicBezTo>
                    <a:cubicBezTo>
                      <a:pt x="143" y="270"/>
                      <a:pt x="143" y="270"/>
                      <a:pt x="143" y="270"/>
                    </a:cubicBezTo>
                    <a:cubicBezTo>
                      <a:pt x="142" y="270"/>
                      <a:pt x="142" y="270"/>
                      <a:pt x="142" y="270"/>
                    </a:cubicBezTo>
                    <a:cubicBezTo>
                      <a:pt x="141" y="270"/>
                      <a:pt x="141" y="270"/>
                      <a:pt x="140" y="270"/>
                    </a:cubicBezTo>
                    <a:cubicBezTo>
                      <a:pt x="140" y="270"/>
                      <a:pt x="140" y="270"/>
                      <a:pt x="139" y="270"/>
                    </a:cubicBezTo>
                    <a:cubicBezTo>
                      <a:pt x="138" y="270"/>
                      <a:pt x="138" y="270"/>
                      <a:pt x="138" y="270"/>
                    </a:cubicBezTo>
                    <a:cubicBezTo>
                      <a:pt x="138" y="269"/>
                      <a:pt x="138" y="269"/>
                      <a:pt x="138" y="269"/>
                    </a:cubicBezTo>
                    <a:cubicBezTo>
                      <a:pt x="123" y="249"/>
                      <a:pt x="112" y="229"/>
                      <a:pt x="103" y="209"/>
                    </a:cubicBezTo>
                    <a:cubicBezTo>
                      <a:pt x="103" y="207"/>
                      <a:pt x="103" y="207"/>
                      <a:pt x="103" y="207"/>
                    </a:cubicBezTo>
                    <a:cubicBezTo>
                      <a:pt x="152" y="207"/>
                      <a:pt x="152" y="207"/>
                      <a:pt x="152" y="207"/>
                    </a:cubicBezTo>
                    <a:cubicBezTo>
                      <a:pt x="152" y="206"/>
                      <a:pt x="152" y="205"/>
                      <a:pt x="152" y="203"/>
                    </a:cubicBezTo>
                    <a:cubicBezTo>
                      <a:pt x="152" y="200"/>
                      <a:pt x="152" y="198"/>
                      <a:pt x="153" y="195"/>
                    </a:cubicBezTo>
                    <a:cubicBezTo>
                      <a:pt x="98" y="195"/>
                      <a:pt x="98" y="195"/>
                      <a:pt x="98" y="195"/>
                    </a:cubicBezTo>
                    <a:cubicBezTo>
                      <a:pt x="98" y="194"/>
                      <a:pt x="98" y="194"/>
                      <a:pt x="98" y="194"/>
                    </a:cubicBezTo>
                    <a:cubicBezTo>
                      <a:pt x="96" y="187"/>
                      <a:pt x="94" y="181"/>
                      <a:pt x="93" y="174"/>
                    </a:cubicBezTo>
                    <a:cubicBezTo>
                      <a:pt x="89" y="175"/>
                      <a:pt x="86" y="175"/>
                      <a:pt x="83" y="175"/>
                    </a:cubicBezTo>
                    <a:cubicBezTo>
                      <a:pt x="82" y="175"/>
                      <a:pt x="81" y="175"/>
                      <a:pt x="80" y="175"/>
                    </a:cubicBezTo>
                    <a:cubicBezTo>
                      <a:pt x="82" y="181"/>
                      <a:pt x="83" y="187"/>
                      <a:pt x="85" y="193"/>
                    </a:cubicBezTo>
                    <a:cubicBezTo>
                      <a:pt x="85" y="195"/>
                      <a:pt x="85" y="195"/>
                      <a:pt x="85" y="195"/>
                    </a:cubicBezTo>
                    <a:cubicBezTo>
                      <a:pt x="25" y="195"/>
                      <a:pt x="25" y="195"/>
                      <a:pt x="25" y="195"/>
                    </a:cubicBezTo>
                    <a:cubicBezTo>
                      <a:pt x="24" y="194"/>
                      <a:pt x="24" y="194"/>
                      <a:pt x="24" y="194"/>
                    </a:cubicBezTo>
                    <a:cubicBezTo>
                      <a:pt x="18" y="180"/>
                      <a:pt x="14" y="165"/>
                      <a:pt x="12" y="149"/>
                    </a:cubicBezTo>
                    <a:cubicBezTo>
                      <a:pt x="12" y="147"/>
                      <a:pt x="12" y="147"/>
                      <a:pt x="12" y="147"/>
                    </a:cubicBezTo>
                    <a:cubicBezTo>
                      <a:pt x="49" y="147"/>
                      <a:pt x="49" y="147"/>
                      <a:pt x="49" y="147"/>
                    </a:cubicBezTo>
                    <a:cubicBezTo>
                      <a:pt x="49" y="145"/>
                      <a:pt x="48" y="143"/>
                      <a:pt x="48" y="141"/>
                    </a:cubicBezTo>
                    <a:cubicBezTo>
                      <a:pt x="48" y="139"/>
                      <a:pt x="49" y="137"/>
                      <a:pt x="49" y="135"/>
                    </a:cubicBezTo>
                    <a:cubicBezTo>
                      <a:pt x="12" y="135"/>
                      <a:pt x="12" y="135"/>
                      <a:pt x="12" y="135"/>
                    </a:cubicBezTo>
                    <a:cubicBezTo>
                      <a:pt x="12" y="134"/>
                      <a:pt x="12" y="134"/>
                      <a:pt x="12" y="134"/>
                    </a:cubicBezTo>
                    <a:cubicBezTo>
                      <a:pt x="13" y="112"/>
                      <a:pt x="19" y="91"/>
                      <a:pt x="30" y="73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87" y="72"/>
                      <a:pt x="87" y="72"/>
                      <a:pt x="87" y="72"/>
                    </a:cubicBezTo>
                    <a:cubicBezTo>
                      <a:pt x="86" y="74"/>
                      <a:pt x="86" y="74"/>
                      <a:pt x="86" y="74"/>
                    </a:cubicBezTo>
                    <a:cubicBezTo>
                      <a:pt x="83" y="85"/>
                      <a:pt x="80" y="96"/>
                      <a:pt x="78" y="107"/>
                    </a:cubicBezTo>
                    <a:cubicBezTo>
                      <a:pt x="80" y="107"/>
                      <a:pt x="81" y="107"/>
                      <a:pt x="83" y="107"/>
                    </a:cubicBezTo>
                    <a:cubicBezTo>
                      <a:pt x="85" y="107"/>
                      <a:pt x="88" y="107"/>
                      <a:pt x="90" y="107"/>
                    </a:cubicBezTo>
                    <a:cubicBezTo>
                      <a:pt x="92" y="96"/>
                      <a:pt x="95" y="84"/>
                      <a:pt x="100" y="73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81" y="72"/>
                      <a:pt x="181" y="72"/>
                      <a:pt x="181" y="72"/>
                    </a:cubicBezTo>
                    <a:cubicBezTo>
                      <a:pt x="182" y="73"/>
                      <a:pt x="182" y="73"/>
                      <a:pt x="182" y="73"/>
                    </a:cubicBezTo>
                    <a:cubicBezTo>
                      <a:pt x="189" y="93"/>
                      <a:pt x="193" y="113"/>
                      <a:pt x="193" y="134"/>
                    </a:cubicBezTo>
                    <a:cubicBezTo>
                      <a:pt x="193" y="135"/>
                      <a:pt x="193" y="135"/>
                      <a:pt x="193" y="135"/>
                    </a:cubicBezTo>
                    <a:cubicBezTo>
                      <a:pt x="117" y="135"/>
                      <a:pt x="117" y="135"/>
                      <a:pt x="117" y="135"/>
                    </a:cubicBezTo>
                    <a:cubicBezTo>
                      <a:pt x="117" y="137"/>
                      <a:pt x="117" y="139"/>
                      <a:pt x="117" y="141"/>
                    </a:cubicBezTo>
                    <a:cubicBezTo>
                      <a:pt x="117" y="143"/>
                      <a:pt x="117" y="145"/>
                      <a:pt x="117" y="147"/>
                    </a:cubicBezTo>
                    <a:cubicBezTo>
                      <a:pt x="193" y="147"/>
                      <a:pt x="193" y="147"/>
                      <a:pt x="193" y="147"/>
                    </a:cubicBezTo>
                    <a:cubicBezTo>
                      <a:pt x="193" y="149"/>
                      <a:pt x="193" y="149"/>
                      <a:pt x="193" y="149"/>
                    </a:cubicBezTo>
                    <a:cubicBezTo>
                      <a:pt x="192" y="155"/>
                      <a:pt x="191" y="162"/>
                      <a:pt x="190" y="169"/>
                    </a:cubicBezTo>
                    <a:cubicBezTo>
                      <a:pt x="194" y="169"/>
                      <a:pt x="198" y="170"/>
                      <a:pt x="202" y="172"/>
                    </a:cubicBezTo>
                    <a:cubicBezTo>
                      <a:pt x="203" y="164"/>
                      <a:pt x="204" y="156"/>
                      <a:pt x="205" y="149"/>
                    </a:cubicBezTo>
                    <a:cubicBezTo>
                      <a:pt x="205" y="147"/>
                      <a:pt x="205" y="147"/>
                      <a:pt x="205" y="147"/>
                    </a:cubicBezTo>
                    <a:cubicBezTo>
                      <a:pt x="269" y="147"/>
                      <a:pt x="269" y="147"/>
                      <a:pt x="269" y="147"/>
                    </a:cubicBezTo>
                    <a:lnTo>
                      <a:pt x="269" y="1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Graphik" charset="0"/>
                  <a:cs typeface="Arial" charset="0"/>
                </a:endParaRPr>
              </a:p>
            </p:txBody>
          </p:sp>
          <p:sp>
            <p:nvSpPr>
              <p:cNvPr id="29" name="Freeform 35">
                <a:extLst>
                  <a:ext uri="{FF2B5EF4-FFF2-40B4-BE49-F238E27FC236}">
                    <a16:creationId xmlns:a16="http://schemas.microsoft.com/office/drawing/2014/main" id="{4561F530-EAAC-B872-EF47-A1E4673DF6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90" y="616"/>
                <a:ext cx="74" cy="74"/>
              </a:xfrm>
              <a:custGeom>
                <a:avLst/>
                <a:gdLst>
                  <a:gd name="T0" fmla="*/ 25 w 50"/>
                  <a:gd name="T1" fmla="*/ 0 h 50"/>
                  <a:gd name="T2" fmla="*/ 0 w 50"/>
                  <a:gd name="T3" fmla="*/ 25 h 50"/>
                  <a:gd name="T4" fmla="*/ 25 w 50"/>
                  <a:gd name="T5" fmla="*/ 50 h 50"/>
                  <a:gd name="T6" fmla="*/ 50 w 50"/>
                  <a:gd name="T7" fmla="*/ 25 h 50"/>
                  <a:gd name="T8" fmla="*/ 25 w 50"/>
                  <a:gd name="T9" fmla="*/ 0 h 50"/>
                  <a:gd name="T10" fmla="*/ 25 w 50"/>
                  <a:gd name="T11" fmla="*/ 38 h 50"/>
                  <a:gd name="T12" fmla="*/ 12 w 50"/>
                  <a:gd name="T13" fmla="*/ 25 h 50"/>
                  <a:gd name="T14" fmla="*/ 25 w 50"/>
                  <a:gd name="T15" fmla="*/ 12 h 50"/>
                  <a:gd name="T16" fmla="*/ 38 w 50"/>
                  <a:gd name="T17" fmla="*/ 25 h 50"/>
                  <a:gd name="T18" fmla="*/ 25 w 50"/>
                  <a:gd name="T19" fmla="*/ 3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0">
                    <a:moveTo>
                      <a:pt x="25" y="0"/>
                    </a:moveTo>
                    <a:cubicBezTo>
                      <a:pt x="11" y="0"/>
                      <a:pt x="0" y="11"/>
                      <a:pt x="0" y="25"/>
                    </a:cubicBezTo>
                    <a:cubicBezTo>
                      <a:pt x="0" y="39"/>
                      <a:pt x="11" y="50"/>
                      <a:pt x="25" y="50"/>
                    </a:cubicBezTo>
                    <a:cubicBezTo>
                      <a:pt x="39" y="50"/>
                      <a:pt x="50" y="39"/>
                      <a:pt x="50" y="25"/>
                    </a:cubicBezTo>
                    <a:cubicBezTo>
                      <a:pt x="50" y="11"/>
                      <a:pt x="39" y="0"/>
                      <a:pt x="25" y="0"/>
                    </a:cubicBezTo>
                    <a:close/>
                    <a:moveTo>
                      <a:pt x="25" y="38"/>
                    </a:moveTo>
                    <a:cubicBezTo>
                      <a:pt x="18" y="38"/>
                      <a:pt x="12" y="32"/>
                      <a:pt x="12" y="25"/>
                    </a:cubicBezTo>
                    <a:cubicBezTo>
                      <a:pt x="12" y="18"/>
                      <a:pt x="18" y="12"/>
                      <a:pt x="25" y="12"/>
                    </a:cubicBezTo>
                    <a:cubicBezTo>
                      <a:pt x="32" y="12"/>
                      <a:pt x="38" y="18"/>
                      <a:pt x="38" y="25"/>
                    </a:cubicBezTo>
                    <a:cubicBezTo>
                      <a:pt x="38" y="32"/>
                      <a:pt x="32" y="38"/>
                      <a:pt x="25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Graphik" charset="0"/>
                  <a:cs typeface="Arial" charset="0"/>
                </a:endParaRPr>
              </a:p>
            </p:txBody>
          </p:sp>
          <p:sp>
            <p:nvSpPr>
              <p:cNvPr id="30" name="Freeform 36">
                <a:extLst>
                  <a:ext uri="{FF2B5EF4-FFF2-40B4-BE49-F238E27FC236}">
                    <a16:creationId xmlns:a16="http://schemas.microsoft.com/office/drawing/2014/main" id="{CE07ACE4-CA37-2888-4959-93423755BA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42" y="708"/>
                <a:ext cx="74" cy="74"/>
              </a:xfrm>
              <a:custGeom>
                <a:avLst/>
                <a:gdLst>
                  <a:gd name="T0" fmla="*/ 25 w 50"/>
                  <a:gd name="T1" fmla="*/ 0 h 50"/>
                  <a:gd name="T2" fmla="*/ 0 w 50"/>
                  <a:gd name="T3" fmla="*/ 25 h 50"/>
                  <a:gd name="T4" fmla="*/ 25 w 50"/>
                  <a:gd name="T5" fmla="*/ 50 h 50"/>
                  <a:gd name="T6" fmla="*/ 50 w 50"/>
                  <a:gd name="T7" fmla="*/ 25 h 50"/>
                  <a:gd name="T8" fmla="*/ 25 w 50"/>
                  <a:gd name="T9" fmla="*/ 0 h 50"/>
                  <a:gd name="T10" fmla="*/ 25 w 50"/>
                  <a:gd name="T11" fmla="*/ 38 h 50"/>
                  <a:gd name="T12" fmla="*/ 12 w 50"/>
                  <a:gd name="T13" fmla="*/ 25 h 50"/>
                  <a:gd name="T14" fmla="*/ 25 w 50"/>
                  <a:gd name="T15" fmla="*/ 12 h 50"/>
                  <a:gd name="T16" fmla="*/ 38 w 50"/>
                  <a:gd name="T17" fmla="*/ 25 h 50"/>
                  <a:gd name="T18" fmla="*/ 25 w 50"/>
                  <a:gd name="T19" fmla="*/ 3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0">
                    <a:moveTo>
                      <a:pt x="25" y="0"/>
                    </a:moveTo>
                    <a:cubicBezTo>
                      <a:pt x="12" y="0"/>
                      <a:pt x="0" y="11"/>
                      <a:pt x="0" y="25"/>
                    </a:cubicBezTo>
                    <a:cubicBezTo>
                      <a:pt x="0" y="39"/>
                      <a:pt x="12" y="50"/>
                      <a:pt x="25" y="50"/>
                    </a:cubicBezTo>
                    <a:cubicBezTo>
                      <a:pt x="39" y="50"/>
                      <a:pt x="50" y="39"/>
                      <a:pt x="50" y="25"/>
                    </a:cubicBezTo>
                    <a:cubicBezTo>
                      <a:pt x="50" y="11"/>
                      <a:pt x="39" y="0"/>
                      <a:pt x="25" y="0"/>
                    </a:cubicBezTo>
                    <a:close/>
                    <a:moveTo>
                      <a:pt x="25" y="38"/>
                    </a:moveTo>
                    <a:cubicBezTo>
                      <a:pt x="18" y="38"/>
                      <a:pt x="12" y="32"/>
                      <a:pt x="12" y="25"/>
                    </a:cubicBezTo>
                    <a:cubicBezTo>
                      <a:pt x="12" y="18"/>
                      <a:pt x="18" y="12"/>
                      <a:pt x="25" y="12"/>
                    </a:cubicBezTo>
                    <a:cubicBezTo>
                      <a:pt x="33" y="12"/>
                      <a:pt x="38" y="18"/>
                      <a:pt x="38" y="25"/>
                    </a:cubicBezTo>
                    <a:cubicBezTo>
                      <a:pt x="38" y="32"/>
                      <a:pt x="33" y="38"/>
                      <a:pt x="25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Graphik" charset="0"/>
                  <a:cs typeface="Arial" charset="0"/>
                </a:endParaRPr>
              </a:p>
            </p:txBody>
          </p:sp>
          <p:sp>
            <p:nvSpPr>
              <p:cNvPr id="31" name="Freeform 37">
                <a:extLst>
                  <a:ext uri="{FF2B5EF4-FFF2-40B4-BE49-F238E27FC236}">
                    <a16:creationId xmlns:a16="http://schemas.microsoft.com/office/drawing/2014/main" id="{B8A61B34-8553-EB94-0F31-C80E55F688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25" y="491"/>
                <a:ext cx="102" cy="102"/>
              </a:xfrm>
              <a:custGeom>
                <a:avLst/>
                <a:gdLst>
                  <a:gd name="T0" fmla="*/ 35 w 69"/>
                  <a:gd name="T1" fmla="*/ 69 h 69"/>
                  <a:gd name="T2" fmla="*/ 69 w 69"/>
                  <a:gd name="T3" fmla="*/ 34 h 69"/>
                  <a:gd name="T4" fmla="*/ 35 w 69"/>
                  <a:gd name="T5" fmla="*/ 0 h 69"/>
                  <a:gd name="T6" fmla="*/ 0 w 69"/>
                  <a:gd name="T7" fmla="*/ 34 h 69"/>
                  <a:gd name="T8" fmla="*/ 35 w 69"/>
                  <a:gd name="T9" fmla="*/ 69 h 69"/>
                  <a:gd name="T10" fmla="*/ 35 w 69"/>
                  <a:gd name="T11" fmla="*/ 12 h 69"/>
                  <a:gd name="T12" fmla="*/ 57 w 69"/>
                  <a:gd name="T13" fmla="*/ 34 h 69"/>
                  <a:gd name="T14" fmla="*/ 35 w 69"/>
                  <a:gd name="T15" fmla="*/ 57 h 69"/>
                  <a:gd name="T16" fmla="*/ 12 w 69"/>
                  <a:gd name="T17" fmla="*/ 34 h 69"/>
                  <a:gd name="T18" fmla="*/ 35 w 69"/>
                  <a:gd name="T19" fmla="*/ 1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9" h="69">
                    <a:moveTo>
                      <a:pt x="35" y="69"/>
                    </a:moveTo>
                    <a:cubicBezTo>
                      <a:pt x="54" y="69"/>
                      <a:pt x="69" y="53"/>
                      <a:pt x="69" y="34"/>
                    </a:cubicBezTo>
                    <a:cubicBezTo>
                      <a:pt x="69" y="15"/>
                      <a:pt x="54" y="0"/>
                      <a:pt x="35" y="0"/>
                    </a:cubicBezTo>
                    <a:cubicBezTo>
                      <a:pt x="16" y="0"/>
                      <a:pt x="0" y="15"/>
                      <a:pt x="0" y="34"/>
                    </a:cubicBezTo>
                    <a:cubicBezTo>
                      <a:pt x="0" y="53"/>
                      <a:pt x="16" y="69"/>
                      <a:pt x="35" y="69"/>
                    </a:cubicBezTo>
                    <a:close/>
                    <a:moveTo>
                      <a:pt x="35" y="12"/>
                    </a:moveTo>
                    <a:cubicBezTo>
                      <a:pt x="47" y="12"/>
                      <a:pt x="57" y="22"/>
                      <a:pt x="57" y="34"/>
                    </a:cubicBezTo>
                    <a:cubicBezTo>
                      <a:pt x="57" y="47"/>
                      <a:pt x="47" y="57"/>
                      <a:pt x="35" y="57"/>
                    </a:cubicBezTo>
                    <a:cubicBezTo>
                      <a:pt x="22" y="57"/>
                      <a:pt x="12" y="47"/>
                      <a:pt x="12" y="34"/>
                    </a:cubicBezTo>
                    <a:cubicBezTo>
                      <a:pt x="12" y="22"/>
                      <a:pt x="22" y="12"/>
                      <a:pt x="3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Graphik" charset="0"/>
                  <a:cs typeface="Arial" charset="0"/>
                </a:endParaRPr>
              </a:p>
            </p:txBody>
          </p:sp>
        </p:grpSp>
        <p:sp>
          <p:nvSpPr>
            <p:cNvPr id="19" name="Rounded Rectangle 86">
              <a:extLst>
                <a:ext uri="{FF2B5EF4-FFF2-40B4-BE49-F238E27FC236}">
                  <a16:creationId xmlns:a16="http://schemas.microsoft.com/office/drawing/2014/main" id="{8E5665F7-9164-6DD0-6896-7593F54CA2D1}"/>
                </a:ext>
              </a:extLst>
            </p:cNvPr>
            <p:cNvSpPr/>
            <p:nvPr/>
          </p:nvSpPr>
          <p:spPr bwMode="auto">
            <a:xfrm>
              <a:off x="1874160" y="5092434"/>
              <a:ext cx="514564" cy="138499"/>
            </a:xfrm>
            <a:prstGeom prst="roundRect">
              <a:avLst>
                <a:gd name="adj" fmla="val 0"/>
              </a:avLst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>
              <a:defPPr/>
            </a:lstStyle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 panose="020B0503030202060203" pitchFamily="34" charset="77"/>
                  <a:cs typeface="Arial" pitchFamily="34" charset="0"/>
                </a:rPr>
                <a:t>Americas</a:t>
              </a:r>
              <a:endParaRPr kumimoji="0" lang="pt-BR" sz="90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cs typeface="Arial" pitchFamily="34" charset="0"/>
              </a:endParaRPr>
            </a:p>
          </p:txBody>
        </p:sp>
        <p:sp>
          <p:nvSpPr>
            <p:cNvPr id="20" name="Rounded Rectangle 86">
              <a:extLst>
                <a:ext uri="{FF2B5EF4-FFF2-40B4-BE49-F238E27FC236}">
                  <a16:creationId xmlns:a16="http://schemas.microsoft.com/office/drawing/2014/main" id="{8D279C7A-AE38-05DC-E420-BC293674934B}"/>
                </a:ext>
              </a:extLst>
            </p:cNvPr>
            <p:cNvSpPr/>
            <p:nvPr/>
          </p:nvSpPr>
          <p:spPr bwMode="auto">
            <a:xfrm>
              <a:off x="3683777" y="5092434"/>
              <a:ext cx="312586" cy="138499"/>
            </a:xfrm>
            <a:prstGeom prst="roundRect">
              <a:avLst>
                <a:gd name="adj" fmla="val 0"/>
              </a:avLst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>
              <a:defPPr/>
            </a:lstStyle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 panose="020B0503030202060203" pitchFamily="34" charset="77"/>
                  <a:cs typeface="Arial" pitchFamily="34" charset="0"/>
                </a:rPr>
                <a:t>EMEA</a:t>
              </a:r>
              <a:endParaRPr kumimoji="0" lang="pt-BR" sz="90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cs typeface="Arial" pitchFamily="34" charset="0"/>
              </a:endParaRPr>
            </a:p>
          </p:txBody>
        </p:sp>
        <p:grpSp>
          <p:nvGrpSpPr>
            <p:cNvPr id="21" name="Group 33">
              <a:extLst>
                <a:ext uri="{FF2B5EF4-FFF2-40B4-BE49-F238E27FC236}">
                  <a16:creationId xmlns:a16="http://schemas.microsoft.com/office/drawing/2014/main" id="{0D5507EA-2DA5-C510-F8E3-DB161A8D98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66355" y="5035068"/>
              <a:ext cx="256874" cy="253230"/>
              <a:chOff x="2404" y="445"/>
              <a:chExt cx="423" cy="417"/>
            </a:xfrm>
            <a:solidFill>
              <a:srgbClr val="FFFFFF"/>
            </a:solidFill>
          </p:grpSpPr>
          <p:sp>
            <p:nvSpPr>
              <p:cNvPr id="24" name="Freeform 34">
                <a:extLst>
                  <a:ext uri="{FF2B5EF4-FFF2-40B4-BE49-F238E27FC236}">
                    <a16:creationId xmlns:a16="http://schemas.microsoft.com/office/drawing/2014/main" id="{C3C0076A-D3EE-063F-A1B2-B405D28D7D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4" y="445"/>
                <a:ext cx="417" cy="417"/>
              </a:xfrm>
              <a:custGeom>
                <a:avLst/>
                <a:gdLst>
                  <a:gd name="T0" fmla="*/ 269 w 282"/>
                  <a:gd name="T1" fmla="*/ 134 h 282"/>
                  <a:gd name="T2" fmla="*/ 205 w 282"/>
                  <a:gd name="T3" fmla="*/ 135 h 282"/>
                  <a:gd name="T4" fmla="*/ 195 w 282"/>
                  <a:gd name="T5" fmla="*/ 74 h 282"/>
                  <a:gd name="T6" fmla="*/ 208 w 282"/>
                  <a:gd name="T7" fmla="*/ 72 h 282"/>
                  <a:gd name="T8" fmla="*/ 208 w 282"/>
                  <a:gd name="T9" fmla="*/ 60 h 282"/>
                  <a:gd name="T10" fmla="*/ 189 w 282"/>
                  <a:gd name="T11" fmla="*/ 59 h 282"/>
                  <a:gd name="T12" fmla="*/ 161 w 282"/>
                  <a:gd name="T13" fmla="*/ 14 h 282"/>
                  <a:gd name="T14" fmla="*/ 217 w 282"/>
                  <a:gd name="T15" fmla="*/ 38 h 282"/>
                  <a:gd name="T16" fmla="*/ 141 w 282"/>
                  <a:gd name="T17" fmla="*/ 0 h 282"/>
                  <a:gd name="T18" fmla="*/ 0 w 282"/>
                  <a:gd name="T19" fmla="*/ 138 h 282"/>
                  <a:gd name="T20" fmla="*/ 148 w 282"/>
                  <a:gd name="T21" fmla="*/ 282 h 282"/>
                  <a:gd name="T22" fmla="*/ 276 w 282"/>
                  <a:gd name="T23" fmla="*/ 102 h 282"/>
                  <a:gd name="T24" fmla="*/ 137 w 282"/>
                  <a:gd name="T25" fmla="*/ 13 h 282"/>
                  <a:gd name="T26" fmla="*/ 139 w 282"/>
                  <a:gd name="T27" fmla="*/ 13 h 282"/>
                  <a:gd name="T28" fmla="*/ 144 w 282"/>
                  <a:gd name="T29" fmla="*/ 13 h 282"/>
                  <a:gd name="T30" fmla="*/ 175 w 282"/>
                  <a:gd name="T31" fmla="*/ 58 h 282"/>
                  <a:gd name="T32" fmla="*/ 105 w 282"/>
                  <a:gd name="T33" fmla="*/ 60 h 282"/>
                  <a:gd name="T34" fmla="*/ 137 w 282"/>
                  <a:gd name="T35" fmla="*/ 13 h 282"/>
                  <a:gd name="T36" fmla="*/ 117 w 282"/>
                  <a:gd name="T37" fmla="*/ 15 h 282"/>
                  <a:gd name="T38" fmla="*/ 118 w 282"/>
                  <a:gd name="T39" fmla="*/ 17 h 282"/>
                  <a:gd name="T40" fmla="*/ 92 w 282"/>
                  <a:gd name="T41" fmla="*/ 60 h 282"/>
                  <a:gd name="T42" fmla="*/ 41 w 282"/>
                  <a:gd name="T43" fmla="*/ 58 h 282"/>
                  <a:gd name="T44" fmla="*/ 32 w 282"/>
                  <a:gd name="T45" fmla="*/ 209 h 282"/>
                  <a:gd name="T46" fmla="*/ 90 w 282"/>
                  <a:gd name="T47" fmla="*/ 207 h 282"/>
                  <a:gd name="T48" fmla="*/ 120 w 282"/>
                  <a:gd name="T49" fmla="*/ 266 h 282"/>
                  <a:gd name="T50" fmla="*/ 119 w 282"/>
                  <a:gd name="T51" fmla="*/ 268 h 282"/>
                  <a:gd name="T52" fmla="*/ 258 w 282"/>
                  <a:gd name="T53" fmla="*/ 194 h 282"/>
                  <a:gd name="T54" fmla="*/ 220 w 282"/>
                  <a:gd name="T55" fmla="*/ 195 h 282"/>
                  <a:gd name="T56" fmla="*/ 221 w 282"/>
                  <a:gd name="T57" fmla="*/ 207 h 282"/>
                  <a:gd name="T58" fmla="*/ 249 w 282"/>
                  <a:gd name="T59" fmla="*/ 209 h 282"/>
                  <a:gd name="T60" fmla="*/ 160 w 282"/>
                  <a:gd name="T61" fmla="*/ 268 h 282"/>
                  <a:gd name="T62" fmla="*/ 179 w 282"/>
                  <a:gd name="T63" fmla="*/ 237 h 282"/>
                  <a:gd name="T64" fmla="*/ 144 w 282"/>
                  <a:gd name="T65" fmla="*/ 269 h 282"/>
                  <a:gd name="T66" fmla="*/ 142 w 282"/>
                  <a:gd name="T67" fmla="*/ 270 h 282"/>
                  <a:gd name="T68" fmla="*/ 139 w 282"/>
                  <a:gd name="T69" fmla="*/ 270 h 282"/>
                  <a:gd name="T70" fmla="*/ 138 w 282"/>
                  <a:gd name="T71" fmla="*/ 269 h 282"/>
                  <a:gd name="T72" fmla="*/ 103 w 282"/>
                  <a:gd name="T73" fmla="*/ 207 h 282"/>
                  <a:gd name="T74" fmla="*/ 152 w 282"/>
                  <a:gd name="T75" fmla="*/ 203 h 282"/>
                  <a:gd name="T76" fmla="*/ 98 w 282"/>
                  <a:gd name="T77" fmla="*/ 195 h 282"/>
                  <a:gd name="T78" fmla="*/ 93 w 282"/>
                  <a:gd name="T79" fmla="*/ 174 h 282"/>
                  <a:gd name="T80" fmla="*/ 80 w 282"/>
                  <a:gd name="T81" fmla="*/ 175 h 282"/>
                  <a:gd name="T82" fmla="*/ 85 w 282"/>
                  <a:gd name="T83" fmla="*/ 195 h 282"/>
                  <a:gd name="T84" fmla="*/ 24 w 282"/>
                  <a:gd name="T85" fmla="*/ 194 h 282"/>
                  <a:gd name="T86" fmla="*/ 12 w 282"/>
                  <a:gd name="T87" fmla="*/ 147 h 282"/>
                  <a:gd name="T88" fmla="*/ 48 w 282"/>
                  <a:gd name="T89" fmla="*/ 141 h 282"/>
                  <a:gd name="T90" fmla="*/ 12 w 282"/>
                  <a:gd name="T91" fmla="*/ 135 h 282"/>
                  <a:gd name="T92" fmla="*/ 30 w 282"/>
                  <a:gd name="T93" fmla="*/ 73 h 282"/>
                  <a:gd name="T94" fmla="*/ 87 w 282"/>
                  <a:gd name="T95" fmla="*/ 72 h 282"/>
                  <a:gd name="T96" fmla="*/ 78 w 282"/>
                  <a:gd name="T97" fmla="*/ 107 h 282"/>
                  <a:gd name="T98" fmla="*/ 90 w 282"/>
                  <a:gd name="T99" fmla="*/ 107 h 282"/>
                  <a:gd name="T100" fmla="*/ 100 w 282"/>
                  <a:gd name="T101" fmla="*/ 72 h 282"/>
                  <a:gd name="T102" fmla="*/ 182 w 282"/>
                  <a:gd name="T103" fmla="*/ 73 h 282"/>
                  <a:gd name="T104" fmla="*/ 193 w 282"/>
                  <a:gd name="T105" fmla="*/ 135 h 282"/>
                  <a:gd name="T106" fmla="*/ 117 w 282"/>
                  <a:gd name="T107" fmla="*/ 141 h 282"/>
                  <a:gd name="T108" fmla="*/ 193 w 282"/>
                  <a:gd name="T109" fmla="*/ 147 h 282"/>
                  <a:gd name="T110" fmla="*/ 190 w 282"/>
                  <a:gd name="T111" fmla="*/ 169 h 282"/>
                  <a:gd name="T112" fmla="*/ 205 w 282"/>
                  <a:gd name="T113" fmla="*/ 149 h 282"/>
                  <a:gd name="T114" fmla="*/ 269 w 282"/>
                  <a:gd name="T115" fmla="*/ 147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2" h="282">
                    <a:moveTo>
                      <a:pt x="265" y="107"/>
                    </a:moveTo>
                    <a:cubicBezTo>
                      <a:pt x="267" y="116"/>
                      <a:pt x="269" y="125"/>
                      <a:pt x="269" y="134"/>
                    </a:cubicBezTo>
                    <a:cubicBezTo>
                      <a:pt x="269" y="135"/>
                      <a:pt x="269" y="135"/>
                      <a:pt x="269" y="135"/>
                    </a:cubicBezTo>
                    <a:cubicBezTo>
                      <a:pt x="205" y="135"/>
                      <a:pt x="205" y="135"/>
                      <a:pt x="205" y="135"/>
                    </a:cubicBezTo>
                    <a:cubicBezTo>
                      <a:pt x="205" y="134"/>
                      <a:pt x="205" y="134"/>
                      <a:pt x="205" y="134"/>
                    </a:cubicBezTo>
                    <a:cubicBezTo>
                      <a:pt x="205" y="113"/>
                      <a:pt x="202" y="93"/>
                      <a:pt x="195" y="74"/>
                    </a:cubicBezTo>
                    <a:cubicBezTo>
                      <a:pt x="195" y="72"/>
                      <a:pt x="195" y="72"/>
                      <a:pt x="195" y="72"/>
                    </a:cubicBezTo>
                    <a:cubicBezTo>
                      <a:pt x="208" y="72"/>
                      <a:pt x="208" y="72"/>
                      <a:pt x="208" y="72"/>
                    </a:cubicBezTo>
                    <a:cubicBezTo>
                      <a:pt x="208" y="70"/>
                      <a:pt x="208" y="68"/>
                      <a:pt x="208" y="65"/>
                    </a:cubicBezTo>
                    <a:cubicBezTo>
                      <a:pt x="208" y="64"/>
                      <a:pt x="208" y="62"/>
                      <a:pt x="208" y="60"/>
                    </a:cubicBezTo>
                    <a:cubicBezTo>
                      <a:pt x="190" y="60"/>
                      <a:pt x="190" y="60"/>
                      <a:pt x="190" y="60"/>
                    </a:cubicBezTo>
                    <a:cubicBezTo>
                      <a:pt x="189" y="59"/>
                      <a:pt x="189" y="59"/>
                      <a:pt x="189" y="59"/>
                    </a:cubicBezTo>
                    <a:cubicBezTo>
                      <a:pt x="183" y="44"/>
                      <a:pt x="174" y="30"/>
                      <a:pt x="164" y="17"/>
                    </a:cubicBezTo>
                    <a:cubicBezTo>
                      <a:pt x="161" y="14"/>
                      <a:pt x="161" y="14"/>
                      <a:pt x="161" y="14"/>
                    </a:cubicBezTo>
                    <a:cubicBezTo>
                      <a:pt x="165" y="15"/>
                      <a:pt x="165" y="15"/>
                      <a:pt x="165" y="15"/>
                    </a:cubicBezTo>
                    <a:cubicBezTo>
                      <a:pt x="184" y="18"/>
                      <a:pt x="202" y="26"/>
                      <a:pt x="217" y="38"/>
                    </a:cubicBezTo>
                    <a:cubicBezTo>
                      <a:pt x="220" y="35"/>
                      <a:pt x="223" y="32"/>
                      <a:pt x="227" y="29"/>
                    </a:cubicBezTo>
                    <a:cubicBezTo>
                      <a:pt x="203" y="11"/>
                      <a:pt x="173" y="0"/>
                      <a:pt x="141" y="0"/>
                    </a:cubicBezTo>
                    <a:cubicBezTo>
                      <a:pt x="139" y="0"/>
                      <a:pt x="137" y="0"/>
                      <a:pt x="135" y="0"/>
                    </a:cubicBezTo>
                    <a:cubicBezTo>
                      <a:pt x="58" y="3"/>
                      <a:pt x="0" y="63"/>
                      <a:pt x="0" y="138"/>
                    </a:cubicBezTo>
                    <a:cubicBezTo>
                      <a:pt x="0" y="215"/>
                      <a:pt x="58" y="278"/>
                      <a:pt x="133" y="282"/>
                    </a:cubicBezTo>
                    <a:cubicBezTo>
                      <a:pt x="148" y="282"/>
                      <a:pt x="148" y="282"/>
                      <a:pt x="148" y="282"/>
                    </a:cubicBezTo>
                    <a:cubicBezTo>
                      <a:pt x="223" y="278"/>
                      <a:pt x="282" y="216"/>
                      <a:pt x="282" y="141"/>
                    </a:cubicBezTo>
                    <a:cubicBezTo>
                      <a:pt x="282" y="127"/>
                      <a:pt x="280" y="114"/>
                      <a:pt x="276" y="102"/>
                    </a:cubicBezTo>
                    <a:cubicBezTo>
                      <a:pt x="273" y="104"/>
                      <a:pt x="269" y="106"/>
                      <a:pt x="265" y="107"/>
                    </a:cubicBezTo>
                    <a:close/>
                    <a:moveTo>
                      <a:pt x="137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9" y="13"/>
                      <a:pt x="139" y="13"/>
                      <a:pt x="139" y="13"/>
                    </a:cubicBezTo>
                    <a:cubicBezTo>
                      <a:pt x="140" y="12"/>
                      <a:pt x="141" y="12"/>
                      <a:pt x="142" y="13"/>
                    </a:cubicBezTo>
                    <a:cubicBezTo>
                      <a:pt x="144" y="13"/>
                      <a:pt x="144" y="13"/>
                      <a:pt x="144" y="13"/>
                    </a:cubicBezTo>
                    <a:cubicBezTo>
                      <a:pt x="144" y="13"/>
                      <a:pt x="144" y="13"/>
                      <a:pt x="144" y="13"/>
                    </a:cubicBezTo>
                    <a:cubicBezTo>
                      <a:pt x="157" y="27"/>
                      <a:pt x="167" y="42"/>
                      <a:pt x="175" y="58"/>
                    </a:cubicBezTo>
                    <a:cubicBezTo>
                      <a:pt x="176" y="60"/>
                      <a:pt x="176" y="60"/>
                      <a:pt x="176" y="60"/>
                    </a:cubicBezTo>
                    <a:cubicBezTo>
                      <a:pt x="105" y="60"/>
                      <a:pt x="105" y="60"/>
                      <a:pt x="105" y="60"/>
                    </a:cubicBezTo>
                    <a:cubicBezTo>
                      <a:pt x="106" y="58"/>
                      <a:pt x="106" y="58"/>
                      <a:pt x="106" y="58"/>
                    </a:cubicBezTo>
                    <a:cubicBezTo>
                      <a:pt x="114" y="42"/>
                      <a:pt x="125" y="27"/>
                      <a:pt x="137" y="13"/>
                    </a:cubicBezTo>
                    <a:close/>
                    <a:moveTo>
                      <a:pt x="41" y="58"/>
                    </a:moveTo>
                    <a:cubicBezTo>
                      <a:pt x="60" y="35"/>
                      <a:pt x="87" y="20"/>
                      <a:pt x="117" y="15"/>
                    </a:cubicBezTo>
                    <a:cubicBezTo>
                      <a:pt x="120" y="14"/>
                      <a:pt x="120" y="14"/>
                      <a:pt x="120" y="14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07" y="30"/>
                      <a:pt x="99" y="44"/>
                      <a:pt x="92" y="59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39" y="60"/>
                      <a:pt x="39" y="60"/>
                      <a:pt x="39" y="60"/>
                    </a:cubicBezTo>
                    <a:lnTo>
                      <a:pt x="41" y="58"/>
                    </a:lnTo>
                    <a:close/>
                    <a:moveTo>
                      <a:pt x="119" y="268"/>
                    </a:moveTo>
                    <a:cubicBezTo>
                      <a:pt x="83" y="262"/>
                      <a:pt x="52" y="240"/>
                      <a:pt x="32" y="209"/>
                    </a:cubicBezTo>
                    <a:cubicBezTo>
                      <a:pt x="31" y="207"/>
                      <a:pt x="31" y="207"/>
                      <a:pt x="31" y="207"/>
                    </a:cubicBezTo>
                    <a:cubicBezTo>
                      <a:pt x="90" y="207"/>
                      <a:pt x="90" y="207"/>
                      <a:pt x="90" y="207"/>
                    </a:cubicBezTo>
                    <a:cubicBezTo>
                      <a:pt x="90" y="208"/>
                      <a:pt x="90" y="208"/>
                      <a:pt x="90" y="208"/>
                    </a:cubicBezTo>
                    <a:cubicBezTo>
                      <a:pt x="97" y="228"/>
                      <a:pt x="107" y="247"/>
                      <a:pt x="120" y="266"/>
                    </a:cubicBezTo>
                    <a:cubicBezTo>
                      <a:pt x="122" y="268"/>
                      <a:pt x="122" y="268"/>
                      <a:pt x="122" y="268"/>
                    </a:cubicBezTo>
                    <a:lnTo>
                      <a:pt x="119" y="268"/>
                    </a:lnTo>
                    <a:close/>
                    <a:moveTo>
                      <a:pt x="269" y="149"/>
                    </a:moveTo>
                    <a:cubicBezTo>
                      <a:pt x="268" y="164"/>
                      <a:pt x="264" y="180"/>
                      <a:pt x="258" y="194"/>
                    </a:cubicBezTo>
                    <a:cubicBezTo>
                      <a:pt x="257" y="195"/>
                      <a:pt x="257" y="195"/>
                      <a:pt x="257" y="195"/>
                    </a:cubicBezTo>
                    <a:cubicBezTo>
                      <a:pt x="220" y="195"/>
                      <a:pt x="220" y="195"/>
                      <a:pt x="220" y="195"/>
                    </a:cubicBezTo>
                    <a:cubicBezTo>
                      <a:pt x="220" y="198"/>
                      <a:pt x="221" y="200"/>
                      <a:pt x="221" y="203"/>
                    </a:cubicBezTo>
                    <a:cubicBezTo>
                      <a:pt x="221" y="205"/>
                      <a:pt x="221" y="206"/>
                      <a:pt x="221" y="207"/>
                    </a:cubicBezTo>
                    <a:cubicBezTo>
                      <a:pt x="251" y="207"/>
                      <a:pt x="251" y="207"/>
                      <a:pt x="251" y="207"/>
                    </a:cubicBezTo>
                    <a:cubicBezTo>
                      <a:pt x="249" y="209"/>
                      <a:pt x="249" y="209"/>
                      <a:pt x="249" y="209"/>
                    </a:cubicBezTo>
                    <a:cubicBezTo>
                      <a:pt x="230" y="240"/>
                      <a:pt x="198" y="262"/>
                      <a:pt x="163" y="268"/>
                    </a:cubicBezTo>
                    <a:cubicBezTo>
                      <a:pt x="160" y="268"/>
                      <a:pt x="160" y="268"/>
                      <a:pt x="160" y="268"/>
                    </a:cubicBezTo>
                    <a:cubicBezTo>
                      <a:pt x="161" y="266"/>
                      <a:pt x="161" y="266"/>
                      <a:pt x="161" y="266"/>
                    </a:cubicBezTo>
                    <a:cubicBezTo>
                      <a:pt x="168" y="256"/>
                      <a:pt x="174" y="246"/>
                      <a:pt x="179" y="237"/>
                    </a:cubicBezTo>
                    <a:cubicBezTo>
                      <a:pt x="175" y="236"/>
                      <a:pt x="171" y="234"/>
                      <a:pt x="167" y="232"/>
                    </a:cubicBezTo>
                    <a:cubicBezTo>
                      <a:pt x="161" y="244"/>
                      <a:pt x="153" y="257"/>
                      <a:pt x="144" y="269"/>
                    </a:cubicBezTo>
                    <a:cubicBezTo>
                      <a:pt x="143" y="270"/>
                      <a:pt x="143" y="270"/>
                      <a:pt x="143" y="270"/>
                    </a:cubicBezTo>
                    <a:cubicBezTo>
                      <a:pt x="142" y="270"/>
                      <a:pt x="142" y="270"/>
                      <a:pt x="142" y="270"/>
                    </a:cubicBezTo>
                    <a:cubicBezTo>
                      <a:pt x="141" y="270"/>
                      <a:pt x="141" y="270"/>
                      <a:pt x="140" y="270"/>
                    </a:cubicBezTo>
                    <a:cubicBezTo>
                      <a:pt x="140" y="270"/>
                      <a:pt x="140" y="270"/>
                      <a:pt x="139" y="270"/>
                    </a:cubicBezTo>
                    <a:cubicBezTo>
                      <a:pt x="138" y="270"/>
                      <a:pt x="138" y="270"/>
                      <a:pt x="138" y="270"/>
                    </a:cubicBezTo>
                    <a:cubicBezTo>
                      <a:pt x="138" y="269"/>
                      <a:pt x="138" y="269"/>
                      <a:pt x="138" y="269"/>
                    </a:cubicBezTo>
                    <a:cubicBezTo>
                      <a:pt x="123" y="249"/>
                      <a:pt x="112" y="229"/>
                      <a:pt x="103" y="209"/>
                    </a:cubicBezTo>
                    <a:cubicBezTo>
                      <a:pt x="103" y="207"/>
                      <a:pt x="103" y="207"/>
                      <a:pt x="103" y="207"/>
                    </a:cubicBezTo>
                    <a:cubicBezTo>
                      <a:pt x="152" y="207"/>
                      <a:pt x="152" y="207"/>
                      <a:pt x="152" y="207"/>
                    </a:cubicBezTo>
                    <a:cubicBezTo>
                      <a:pt x="152" y="206"/>
                      <a:pt x="152" y="205"/>
                      <a:pt x="152" y="203"/>
                    </a:cubicBezTo>
                    <a:cubicBezTo>
                      <a:pt x="152" y="200"/>
                      <a:pt x="152" y="198"/>
                      <a:pt x="153" y="195"/>
                    </a:cubicBezTo>
                    <a:cubicBezTo>
                      <a:pt x="98" y="195"/>
                      <a:pt x="98" y="195"/>
                      <a:pt x="98" y="195"/>
                    </a:cubicBezTo>
                    <a:cubicBezTo>
                      <a:pt x="98" y="194"/>
                      <a:pt x="98" y="194"/>
                      <a:pt x="98" y="194"/>
                    </a:cubicBezTo>
                    <a:cubicBezTo>
                      <a:pt x="96" y="187"/>
                      <a:pt x="94" y="181"/>
                      <a:pt x="93" y="174"/>
                    </a:cubicBezTo>
                    <a:cubicBezTo>
                      <a:pt x="89" y="175"/>
                      <a:pt x="86" y="175"/>
                      <a:pt x="83" y="175"/>
                    </a:cubicBezTo>
                    <a:cubicBezTo>
                      <a:pt x="82" y="175"/>
                      <a:pt x="81" y="175"/>
                      <a:pt x="80" y="175"/>
                    </a:cubicBezTo>
                    <a:cubicBezTo>
                      <a:pt x="82" y="181"/>
                      <a:pt x="83" y="187"/>
                      <a:pt x="85" y="193"/>
                    </a:cubicBezTo>
                    <a:cubicBezTo>
                      <a:pt x="85" y="195"/>
                      <a:pt x="85" y="195"/>
                      <a:pt x="85" y="195"/>
                    </a:cubicBezTo>
                    <a:cubicBezTo>
                      <a:pt x="25" y="195"/>
                      <a:pt x="25" y="195"/>
                      <a:pt x="25" y="195"/>
                    </a:cubicBezTo>
                    <a:cubicBezTo>
                      <a:pt x="24" y="194"/>
                      <a:pt x="24" y="194"/>
                      <a:pt x="24" y="194"/>
                    </a:cubicBezTo>
                    <a:cubicBezTo>
                      <a:pt x="18" y="180"/>
                      <a:pt x="14" y="165"/>
                      <a:pt x="12" y="149"/>
                    </a:cubicBezTo>
                    <a:cubicBezTo>
                      <a:pt x="12" y="147"/>
                      <a:pt x="12" y="147"/>
                      <a:pt x="12" y="147"/>
                    </a:cubicBezTo>
                    <a:cubicBezTo>
                      <a:pt x="49" y="147"/>
                      <a:pt x="49" y="147"/>
                      <a:pt x="49" y="147"/>
                    </a:cubicBezTo>
                    <a:cubicBezTo>
                      <a:pt x="49" y="145"/>
                      <a:pt x="48" y="143"/>
                      <a:pt x="48" y="141"/>
                    </a:cubicBezTo>
                    <a:cubicBezTo>
                      <a:pt x="48" y="139"/>
                      <a:pt x="49" y="137"/>
                      <a:pt x="49" y="135"/>
                    </a:cubicBezTo>
                    <a:cubicBezTo>
                      <a:pt x="12" y="135"/>
                      <a:pt x="12" y="135"/>
                      <a:pt x="12" y="135"/>
                    </a:cubicBezTo>
                    <a:cubicBezTo>
                      <a:pt x="12" y="134"/>
                      <a:pt x="12" y="134"/>
                      <a:pt x="12" y="134"/>
                    </a:cubicBezTo>
                    <a:cubicBezTo>
                      <a:pt x="13" y="112"/>
                      <a:pt x="19" y="91"/>
                      <a:pt x="30" y="73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87" y="72"/>
                      <a:pt x="87" y="72"/>
                      <a:pt x="87" y="72"/>
                    </a:cubicBezTo>
                    <a:cubicBezTo>
                      <a:pt x="86" y="74"/>
                      <a:pt x="86" y="74"/>
                      <a:pt x="86" y="74"/>
                    </a:cubicBezTo>
                    <a:cubicBezTo>
                      <a:pt x="83" y="85"/>
                      <a:pt x="80" y="96"/>
                      <a:pt x="78" y="107"/>
                    </a:cubicBezTo>
                    <a:cubicBezTo>
                      <a:pt x="80" y="107"/>
                      <a:pt x="81" y="107"/>
                      <a:pt x="83" y="107"/>
                    </a:cubicBezTo>
                    <a:cubicBezTo>
                      <a:pt x="85" y="107"/>
                      <a:pt x="88" y="107"/>
                      <a:pt x="90" y="107"/>
                    </a:cubicBezTo>
                    <a:cubicBezTo>
                      <a:pt x="92" y="96"/>
                      <a:pt x="95" y="84"/>
                      <a:pt x="100" y="73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81" y="72"/>
                      <a:pt x="181" y="72"/>
                      <a:pt x="181" y="72"/>
                    </a:cubicBezTo>
                    <a:cubicBezTo>
                      <a:pt x="182" y="73"/>
                      <a:pt x="182" y="73"/>
                      <a:pt x="182" y="73"/>
                    </a:cubicBezTo>
                    <a:cubicBezTo>
                      <a:pt x="189" y="93"/>
                      <a:pt x="193" y="113"/>
                      <a:pt x="193" y="134"/>
                    </a:cubicBezTo>
                    <a:cubicBezTo>
                      <a:pt x="193" y="135"/>
                      <a:pt x="193" y="135"/>
                      <a:pt x="193" y="135"/>
                    </a:cubicBezTo>
                    <a:cubicBezTo>
                      <a:pt x="117" y="135"/>
                      <a:pt x="117" y="135"/>
                      <a:pt x="117" y="135"/>
                    </a:cubicBezTo>
                    <a:cubicBezTo>
                      <a:pt x="117" y="137"/>
                      <a:pt x="117" y="139"/>
                      <a:pt x="117" y="141"/>
                    </a:cubicBezTo>
                    <a:cubicBezTo>
                      <a:pt x="117" y="143"/>
                      <a:pt x="117" y="145"/>
                      <a:pt x="117" y="147"/>
                    </a:cubicBezTo>
                    <a:cubicBezTo>
                      <a:pt x="193" y="147"/>
                      <a:pt x="193" y="147"/>
                      <a:pt x="193" y="147"/>
                    </a:cubicBezTo>
                    <a:cubicBezTo>
                      <a:pt x="193" y="149"/>
                      <a:pt x="193" y="149"/>
                      <a:pt x="193" y="149"/>
                    </a:cubicBezTo>
                    <a:cubicBezTo>
                      <a:pt x="192" y="155"/>
                      <a:pt x="191" y="162"/>
                      <a:pt x="190" y="169"/>
                    </a:cubicBezTo>
                    <a:cubicBezTo>
                      <a:pt x="194" y="169"/>
                      <a:pt x="198" y="170"/>
                      <a:pt x="202" y="172"/>
                    </a:cubicBezTo>
                    <a:cubicBezTo>
                      <a:pt x="203" y="164"/>
                      <a:pt x="204" y="156"/>
                      <a:pt x="205" y="149"/>
                    </a:cubicBezTo>
                    <a:cubicBezTo>
                      <a:pt x="205" y="147"/>
                      <a:pt x="205" y="147"/>
                      <a:pt x="205" y="147"/>
                    </a:cubicBezTo>
                    <a:cubicBezTo>
                      <a:pt x="269" y="147"/>
                      <a:pt x="269" y="147"/>
                      <a:pt x="269" y="147"/>
                    </a:cubicBezTo>
                    <a:lnTo>
                      <a:pt x="269" y="1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Graphik" charset="0"/>
                  <a:cs typeface="Arial" charset="0"/>
                </a:endParaRPr>
              </a:p>
            </p:txBody>
          </p:sp>
          <p:sp>
            <p:nvSpPr>
              <p:cNvPr id="25" name="Freeform 35">
                <a:extLst>
                  <a:ext uri="{FF2B5EF4-FFF2-40B4-BE49-F238E27FC236}">
                    <a16:creationId xmlns:a16="http://schemas.microsoft.com/office/drawing/2014/main" id="{D9AAB599-37DA-2902-9C40-B9499F86312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90" y="616"/>
                <a:ext cx="74" cy="74"/>
              </a:xfrm>
              <a:custGeom>
                <a:avLst/>
                <a:gdLst>
                  <a:gd name="T0" fmla="*/ 25 w 50"/>
                  <a:gd name="T1" fmla="*/ 0 h 50"/>
                  <a:gd name="T2" fmla="*/ 0 w 50"/>
                  <a:gd name="T3" fmla="*/ 25 h 50"/>
                  <a:gd name="T4" fmla="*/ 25 w 50"/>
                  <a:gd name="T5" fmla="*/ 50 h 50"/>
                  <a:gd name="T6" fmla="*/ 50 w 50"/>
                  <a:gd name="T7" fmla="*/ 25 h 50"/>
                  <a:gd name="T8" fmla="*/ 25 w 50"/>
                  <a:gd name="T9" fmla="*/ 0 h 50"/>
                  <a:gd name="T10" fmla="*/ 25 w 50"/>
                  <a:gd name="T11" fmla="*/ 38 h 50"/>
                  <a:gd name="T12" fmla="*/ 12 w 50"/>
                  <a:gd name="T13" fmla="*/ 25 h 50"/>
                  <a:gd name="T14" fmla="*/ 25 w 50"/>
                  <a:gd name="T15" fmla="*/ 12 h 50"/>
                  <a:gd name="T16" fmla="*/ 38 w 50"/>
                  <a:gd name="T17" fmla="*/ 25 h 50"/>
                  <a:gd name="T18" fmla="*/ 25 w 50"/>
                  <a:gd name="T19" fmla="*/ 3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0">
                    <a:moveTo>
                      <a:pt x="25" y="0"/>
                    </a:moveTo>
                    <a:cubicBezTo>
                      <a:pt x="11" y="0"/>
                      <a:pt x="0" y="11"/>
                      <a:pt x="0" y="25"/>
                    </a:cubicBezTo>
                    <a:cubicBezTo>
                      <a:pt x="0" y="39"/>
                      <a:pt x="11" y="50"/>
                      <a:pt x="25" y="50"/>
                    </a:cubicBezTo>
                    <a:cubicBezTo>
                      <a:pt x="39" y="50"/>
                      <a:pt x="50" y="39"/>
                      <a:pt x="50" y="25"/>
                    </a:cubicBezTo>
                    <a:cubicBezTo>
                      <a:pt x="50" y="11"/>
                      <a:pt x="39" y="0"/>
                      <a:pt x="25" y="0"/>
                    </a:cubicBezTo>
                    <a:close/>
                    <a:moveTo>
                      <a:pt x="25" y="38"/>
                    </a:moveTo>
                    <a:cubicBezTo>
                      <a:pt x="18" y="38"/>
                      <a:pt x="12" y="32"/>
                      <a:pt x="12" y="25"/>
                    </a:cubicBezTo>
                    <a:cubicBezTo>
                      <a:pt x="12" y="18"/>
                      <a:pt x="18" y="12"/>
                      <a:pt x="25" y="12"/>
                    </a:cubicBezTo>
                    <a:cubicBezTo>
                      <a:pt x="32" y="12"/>
                      <a:pt x="38" y="18"/>
                      <a:pt x="38" y="25"/>
                    </a:cubicBezTo>
                    <a:cubicBezTo>
                      <a:pt x="38" y="32"/>
                      <a:pt x="32" y="38"/>
                      <a:pt x="25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Graphik" charset="0"/>
                  <a:cs typeface="Arial" charset="0"/>
                </a:endParaRPr>
              </a:p>
            </p:txBody>
          </p:sp>
          <p:sp>
            <p:nvSpPr>
              <p:cNvPr id="26" name="Freeform 36">
                <a:extLst>
                  <a:ext uri="{FF2B5EF4-FFF2-40B4-BE49-F238E27FC236}">
                    <a16:creationId xmlns:a16="http://schemas.microsoft.com/office/drawing/2014/main" id="{19824CDE-1A87-9BDD-EABA-14E71FD28D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42" y="708"/>
                <a:ext cx="74" cy="74"/>
              </a:xfrm>
              <a:custGeom>
                <a:avLst/>
                <a:gdLst>
                  <a:gd name="T0" fmla="*/ 25 w 50"/>
                  <a:gd name="T1" fmla="*/ 0 h 50"/>
                  <a:gd name="T2" fmla="*/ 0 w 50"/>
                  <a:gd name="T3" fmla="*/ 25 h 50"/>
                  <a:gd name="T4" fmla="*/ 25 w 50"/>
                  <a:gd name="T5" fmla="*/ 50 h 50"/>
                  <a:gd name="T6" fmla="*/ 50 w 50"/>
                  <a:gd name="T7" fmla="*/ 25 h 50"/>
                  <a:gd name="T8" fmla="*/ 25 w 50"/>
                  <a:gd name="T9" fmla="*/ 0 h 50"/>
                  <a:gd name="T10" fmla="*/ 25 w 50"/>
                  <a:gd name="T11" fmla="*/ 38 h 50"/>
                  <a:gd name="T12" fmla="*/ 12 w 50"/>
                  <a:gd name="T13" fmla="*/ 25 h 50"/>
                  <a:gd name="T14" fmla="*/ 25 w 50"/>
                  <a:gd name="T15" fmla="*/ 12 h 50"/>
                  <a:gd name="T16" fmla="*/ 38 w 50"/>
                  <a:gd name="T17" fmla="*/ 25 h 50"/>
                  <a:gd name="T18" fmla="*/ 25 w 50"/>
                  <a:gd name="T19" fmla="*/ 3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0">
                    <a:moveTo>
                      <a:pt x="25" y="0"/>
                    </a:moveTo>
                    <a:cubicBezTo>
                      <a:pt x="12" y="0"/>
                      <a:pt x="0" y="11"/>
                      <a:pt x="0" y="25"/>
                    </a:cubicBezTo>
                    <a:cubicBezTo>
                      <a:pt x="0" y="39"/>
                      <a:pt x="12" y="50"/>
                      <a:pt x="25" y="50"/>
                    </a:cubicBezTo>
                    <a:cubicBezTo>
                      <a:pt x="39" y="50"/>
                      <a:pt x="50" y="39"/>
                      <a:pt x="50" y="25"/>
                    </a:cubicBezTo>
                    <a:cubicBezTo>
                      <a:pt x="50" y="11"/>
                      <a:pt x="39" y="0"/>
                      <a:pt x="25" y="0"/>
                    </a:cubicBezTo>
                    <a:close/>
                    <a:moveTo>
                      <a:pt x="25" y="38"/>
                    </a:moveTo>
                    <a:cubicBezTo>
                      <a:pt x="18" y="38"/>
                      <a:pt x="12" y="32"/>
                      <a:pt x="12" y="25"/>
                    </a:cubicBezTo>
                    <a:cubicBezTo>
                      <a:pt x="12" y="18"/>
                      <a:pt x="18" y="12"/>
                      <a:pt x="25" y="12"/>
                    </a:cubicBezTo>
                    <a:cubicBezTo>
                      <a:pt x="33" y="12"/>
                      <a:pt x="38" y="18"/>
                      <a:pt x="38" y="25"/>
                    </a:cubicBezTo>
                    <a:cubicBezTo>
                      <a:pt x="38" y="32"/>
                      <a:pt x="33" y="38"/>
                      <a:pt x="25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Graphik" charset="0"/>
                  <a:cs typeface="Arial" charset="0"/>
                </a:endParaRPr>
              </a:p>
            </p:txBody>
          </p:sp>
          <p:sp>
            <p:nvSpPr>
              <p:cNvPr id="27" name="Freeform 37">
                <a:extLst>
                  <a:ext uri="{FF2B5EF4-FFF2-40B4-BE49-F238E27FC236}">
                    <a16:creationId xmlns:a16="http://schemas.microsoft.com/office/drawing/2014/main" id="{152833DA-B94D-17A0-CB69-0D6CBC2175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25" y="491"/>
                <a:ext cx="102" cy="102"/>
              </a:xfrm>
              <a:custGeom>
                <a:avLst/>
                <a:gdLst>
                  <a:gd name="T0" fmla="*/ 35 w 69"/>
                  <a:gd name="T1" fmla="*/ 69 h 69"/>
                  <a:gd name="T2" fmla="*/ 69 w 69"/>
                  <a:gd name="T3" fmla="*/ 34 h 69"/>
                  <a:gd name="T4" fmla="*/ 35 w 69"/>
                  <a:gd name="T5" fmla="*/ 0 h 69"/>
                  <a:gd name="T6" fmla="*/ 0 w 69"/>
                  <a:gd name="T7" fmla="*/ 34 h 69"/>
                  <a:gd name="T8" fmla="*/ 35 w 69"/>
                  <a:gd name="T9" fmla="*/ 69 h 69"/>
                  <a:gd name="T10" fmla="*/ 35 w 69"/>
                  <a:gd name="T11" fmla="*/ 12 h 69"/>
                  <a:gd name="T12" fmla="*/ 57 w 69"/>
                  <a:gd name="T13" fmla="*/ 34 h 69"/>
                  <a:gd name="T14" fmla="*/ 35 w 69"/>
                  <a:gd name="T15" fmla="*/ 57 h 69"/>
                  <a:gd name="T16" fmla="*/ 12 w 69"/>
                  <a:gd name="T17" fmla="*/ 34 h 69"/>
                  <a:gd name="T18" fmla="*/ 35 w 69"/>
                  <a:gd name="T19" fmla="*/ 1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9" h="69">
                    <a:moveTo>
                      <a:pt x="35" y="69"/>
                    </a:moveTo>
                    <a:cubicBezTo>
                      <a:pt x="54" y="69"/>
                      <a:pt x="69" y="53"/>
                      <a:pt x="69" y="34"/>
                    </a:cubicBezTo>
                    <a:cubicBezTo>
                      <a:pt x="69" y="15"/>
                      <a:pt x="54" y="0"/>
                      <a:pt x="35" y="0"/>
                    </a:cubicBezTo>
                    <a:cubicBezTo>
                      <a:pt x="16" y="0"/>
                      <a:pt x="0" y="15"/>
                      <a:pt x="0" y="34"/>
                    </a:cubicBezTo>
                    <a:cubicBezTo>
                      <a:pt x="0" y="53"/>
                      <a:pt x="16" y="69"/>
                      <a:pt x="35" y="69"/>
                    </a:cubicBezTo>
                    <a:close/>
                    <a:moveTo>
                      <a:pt x="35" y="12"/>
                    </a:moveTo>
                    <a:cubicBezTo>
                      <a:pt x="47" y="12"/>
                      <a:pt x="57" y="22"/>
                      <a:pt x="57" y="34"/>
                    </a:cubicBezTo>
                    <a:cubicBezTo>
                      <a:pt x="57" y="47"/>
                      <a:pt x="47" y="57"/>
                      <a:pt x="35" y="57"/>
                    </a:cubicBezTo>
                    <a:cubicBezTo>
                      <a:pt x="22" y="57"/>
                      <a:pt x="12" y="47"/>
                      <a:pt x="12" y="34"/>
                    </a:cubicBezTo>
                    <a:cubicBezTo>
                      <a:pt x="12" y="22"/>
                      <a:pt x="22" y="12"/>
                      <a:pt x="3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Graphik" charset="0"/>
                  <a:cs typeface="Arial" charset="0"/>
                </a:endParaRPr>
              </a:p>
            </p:txBody>
          </p:sp>
        </p:grpSp>
        <p:sp>
          <p:nvSpPr>
            <p:cNvPr id="22" name="Rounded Rectangle 86">
              <a:extLst>
                <a:ext uri="{FF2B5EF4-FFF2-40B4-BE49-F238E27FC236}">
                  <a16:creationId xmlns:a16="http://schemas.microsoft.com/office/drawing/2014/main" id="{CA0E6553-BDB5-04A9-0D10-BA98A4046059}"/>
                </a:ext>
              </a:extLst>
            </p:cNvPr>
            <p:cNvSpPr/>
            <p:nvPr/>
          </p:nvSpPr>
          <p:spPr bwMode="auto">
            <a:xfrm>
              <a:off x="5204524" y="5092434"/>
              <a:ext cx="629981" cy="138499"/>
            </a:xfrm>
            <a:prstGeom prst="roundRect">
              <a:avLst>
                <a:gd name="adj" fmla="val 0"/>
              </a:avLst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>
              <a:defPPr/>
            </a:lstStyle>
            <a:p>
              <a:r>
                <a:rPr lang="pt-BR" sz="900">
                  <a:solidFill>
                    <a:srgbClr val="FFFFFF"/>
                  </a:solidFill>
                  <a:latin typeface="Graphik" panose="020B0503030202060203" pitchFamily="34" charset="77"/>
                </a:rPr>
                <a:t>Asia Pacific</a:t>
              </a:r>
              <a:endParaRPr lang="pt-BR" sz="900" dirty="0">
                <a:solidFill>
                  <a:srgbClr val="FFFFFF"/>
                </a:solidFill>
                <a:effectLst/>
                <a:latin typeface="Graphik" panose="020B0503030202060203" pitchFamily="34" charset="7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65DAB-D9F9-549F-BC21-EAFB3CF1665C}"/>
                </a:ext>
              </a:extLst>
            </p:cNvPr>
            <p:cNvSpPr txBox="1"/>
            <p:nvPr/>
          </p:nvSpPr>
          <p:spPr>
            <a:xfrm>
              <a:off x="609190" y="5080892"/>
              <a:ext cx="914400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pt-BR" sz="1050" i="1" noProof="0" dirty="0">
                  <a:solidFill>
                    <a:schemeClr val="bg1"/>
                  </a:solidFill>
                </a:rPr>
                <a:t>Mercados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4DD76F-8D9F-2559-F0B3-58A1DF57BBD4}"/>
              </a:ext>
            </a:extLst>
          </p:cNvPr>
          <p:cNvGrpSpPr/>
          <p:nvPr/>
        </p:nvGrpSpPr>
        <p:grpSpPr>
          <a:xfrm>
            <a:off x="609190" y="5439245"/>
            <a:ext cx="7971994" cy="328604"/>
            <a:chOff x="609190" y="5387947"/>
            <a:chExt cx="7971994" cy="328604"/>
          </a:xfrm>
        </p:grpSpPr>
        <p:sp>
          <p:nvSpPr>
            <p:cNvPr id="37" name="Rounded Rectangle 80">
              <a:extLst>
                <a:ext uri="{FF2B5EF4-FFF2-40B4-BE49-F238E27FC236}">
                  <a16:creationId xmlns:a16="http://schemas.microsoft.com/office/drawing/2014/main" id="{86780A68-D5DD-E994-810E-F6B6349EB2AA}"/>
                </a:ext>
              </a:extLst>
            </p:cNvPr>
            <p:cNvSpPr/>
            <p:nvPr/>
          </p:nvSpPr>
          <p:spPr bwMode="auto">
            <a:xfrm>
              <a:off x="1874160" y="5413750"/>
              <a:ext cx="931081" cy="276999"/>
            </a:xfrm>
            <a:prstGeom prst="roundRect">
              <a:avLst>
                <a:gd name="adj" fmla="val 0"/>
              </a:avLst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>
              <a:defPPr/>
            </a:lstStyle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 panose="020B0503030202060203" pitchFamily="34" charset="77"/>
                  <a:cs typeface="Arial" pitchFamily="34" charset="0"/>
                </a:rPr>
                <a:t>Strategy &amp; Consulting</a:t>
              </a:r>
              <a:endParaRPr kumimoji="0" lang="pt-BR" sz="90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cs typeface="Arial" pitchFamily="34" charset="0"/>
              </a:endParaRPr>
            </a:p>
          </p:txBody>
        </p:sp>
        <p:grpSp>
          <p:nvGrpSpPr>
            <p:cNvPr id="38" name="Group 32">
              <a:extLst>
                <a:ext uri="{FF2B5EF4-FFF2-40B4-BE49-F238E27FC236}">
                  <a16:creationId xmlns:a16="http://schemas.microsoft.com/office/drawing/2014/main" id="{83284051-199D-CABA-3BFB-4E83091674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42406" y="5437979"/>
              <a:ext cx="220850" cy="228541"/>
              <a:chOff x="2603" y="672"/>
              <a:chExt cx="402" cy="416"/>
            </a:xfrm>
            <a:solidFill>
              <a:srgbClr val="FFFFFF"/>
            </a:solidFill>
          </p:grpSpPr>
          <p:sp>
            <p:nvSpPr>
              <p:cNvPr id="74" name="Freeform 33">
                <a:extLst>
                  <a:ext uri="{FF2B5EF4-FFF2-40B4-BE49-F238E27FC236}">
                    <a16:creationId xmlns:a16="http://schemas.microsoft.com/office/drawing/2014/main" id="{73EFCE2D-ED20-36D0-54AE-61AED8CB1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3" y="672"/>
                <a:ext cx="159" cy="159"/>
              </a:xfrm>
              <a:custGeom>
                <a:avLst/>
                <a:gdLst>
                  <a:gd name="T0" fmla="*/ 102 w 104"/>
                  <a:gd name="T1" fmla="*/ 93 h 106"/>
                  <a:gd name="T2" fmla="*/ 104 w 104"/>
                  <a:gd name="T3" fmla="*/ 98 h 106"/>
                  <a:gd name="T4" fmla="*/ 102 w 104"/>
                  <a:gd name="T5" fmla="*/ 103 h 106"/>
                  <a:gd name="T6" fmla="*/ 92 w 104"/>
                  <a:gd name="T7" fmla="*/ 103 h 106"/>
                  <a:gd name="T8" fmla="*/ 52 w 104"/>
                  <a:gd name="T9" fmla="*/ 63 h 106"/>
                  <a:gd name="T10" fmla="*/ 12 w 104"/>
                  <a:gd name="T11" fmla="*/ 103 h 106"/>
                  <a:gd name="T12" fmla="*/ 2 w 104"/>
                  <a:gd name="T13" fmla="*/ 103 h 106"/>
                  <a:gd name="T14" fmla="*/ 0 w 104"/>
                  <a:gd name="T15" fmla="*/ 98 h 106"/>
                  <a:gd name="T16" fmla="*/ 2 w 104"/>
                  <a:gd name="T17" fmla="*/ 93 h 106"/>
                  <a:gd name="T18" fmla="*/ 42 w 104"/>
                  <a:gd name="T19" fmla="*/ 53 h 106"/>
                  <a:gd name="T20" fmla="*/ 2 w 104"/>
                  <a:gd name="T21" fmla="*/ 13 h 106"/>
                  <a:gd name="T22" fmla="*/ 0 w 104"/>
                  <a:gd name="T23" fmla="*/ 8 h 106"/>
                  <a:gd name="T24" fmla="*/ 2 w 104"/>
                  <a:gd name="T25" fmla="*/ 3 h 106"/>
                  <a:gd name="T26" fmla="*/ 12 w 104"/>
                  <a:gd name="T27" fmla="*/ 3 h 106"/>
                  <a:gd name="T28" fmla="*/ 52 w 104"/>
                  <a:gd name="T29" fmla="*/ 42 h 106"/>
                  <a:gd name="T30" fmla="*/ 92 w 104"/>
                  <a:gd name="T31" fmla="*/ 3 h 106"/>
                  <a:gd name="T32" fmla="*/ 102 w 104"/>
                  <a:gd name="T33" fmla="*/ 3 h 106"/>
                  <a:gd name="T34" fmla="*/ 104 w 104"/>
                  <a:gd name="T35" fmla="*/ 8 h 106"/>
                  <a:gd name="T36" fmla="*/ 102 w 104"/>
                  <a:gd name="T37" fmla="*/ 13 h 106"/>
                  <a:gd name="T38" fmla="*/ 62 w 104"/>
                  <a:gd name="T39" fmla="*/ 53 h 106"/>
                  <a:gd name="T40" fmla="*/ 102 w 104"/>
                  <a:gd name="T41" fmla="*/ 9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4" h="106">
                    <a:moveTo>
                      <a:pt x="102" y="93"/>
                    </a:moveTo>
                    <a:cubicBezTo>
                      <a:pt x="104" y="94"/>
                      <a:pt x="104" y="96"/>
                      <a:pt x="104" y="98"/>
                    </a:cubicBezTo>
                    <a:cubicBezTo>
                      <a:pt x="104" y="100"/>
                      <a:pt x="104" y="102"/>
                      <a:pt x="102" y="103"/>
                    </a:cubicBezTo>
                    <a:cubicBezTo>
                      <a:pt x="99" y="106"/>
                      <a:pt x="95" y="106"/>
                      <a:pt x="92" y="10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12" y="103"/>
                      <a:pt x="12" y="103"/>
                      <a:pt x="12" y="103"/>
                    </a:cubicBezTo>
                    <a:cubicBezTo>
                      <a:pt x="9" y="106"/>
                      <a:pt x="5" y="106"/>
                      <a:pt x="2" y="103"/>
                    </a:cubicBezTo>
                    <a:cubicBezTo>
                      <a:pt x="0" y="102"/>
                      <a:pt x="0" y="100"/>
                      <a:pt x="0" y="98"/>
                    </a:cubicBezTo>
                    <a:cubicBezTo>
                      <a:pt x="0" y="96"/>
                      <a:pt x="0" y="94"/>
                      <a:pt x="2" y="93"/>
                    </a:cubicBezTo>
                    <a:cubicBezTo>
                      <a:pt x="42" y="53"/>
                      <a:pt x="42" y="53"/>
                      <a:pt x="42" y="5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6"/>
                      <a:pt x="0" y="4"/>
                      <a:pt x="2" y="3"/>
                    </a:cubicBezTo>
                    <a:cubicBezTo>
                      <a:pt x="5" y="0"/>
                      <a:pt x="9" y="0"/>
                      <a:pt x="12" y="3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92" y="3"/>
                      <a:pt x="92" y="3"/>
                      <a:pt x="92" y="3"/>
                    </a:cubicBezTo>
                    <a:cubicBezTo>
                      <a:pt x="95" y="0"/>
                      <a:pt x="99" y="0"/>
                      <a:pt x="102" y="3"/>
                    </a:cubicBezTo>
                    <a:cubicBezTo>
                      <a:pt x="104" y="4"/>
                      <a:pt x="104" y="6"/>
                      <a:pt x="104" y="8"/>
                    </a:cubicBezTo>
                    <a:cubicBezTo>
                      <a:pt x="104" y="10"/>
                      <a:pt x="104" y="11"/>
                      <a:pt x="102" y="13"/>
                    </a:cubicBezTo>
                    <a:cubicBezTo>
                      <a:pt x="62" y="53"/>
                      <a:pt x="62" y="53"/>
                      <a:pt x="62" y="53"/>
                    </a:cubicBezTo>
                    <a:lnTo>
                      <a:pt x="102" y="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5" name="Freeform 34">
                <a:extLst>
                  <a:ext uri="{FF2B5EF4-FFF2-40B4-BE49-F238E27FC236}">
                    <a16:creationId xmlns:a16="http://schemas.microsoft.com/office/drawing/2014/main" id="{67DDF969-3ED9-D528-54BF-F7C3A5B03E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39" y="925"/>
                <a:ext cx="166" cy="163"/>
              </a:xfrm>
              <a:custGeom>
                <a:avLst/>
                <a:gdLst>
                  <a:gd name="T0" fmla="*/ 55 w 109"/>
                  <a:gd name="T1" fmla="*/ 0 h 109"/>
                  <a:gd name="T2" fmla="*/ 0 w 109"/>
                  <a:gd name="T3" fmla="*/ 54 h 109"/>
                  <a:gd name="T4" fmla="*/ 55 w 109"/>
                  <a:gd name="T5" fmla="*/ 109 h 109"/>
                  <a:gd name="T6" fmla="*/ 109 w 109"/>
                  <a:gd name="T7" fmla="*/ 54 h 109"/>
                  <a:gd name="T8" fmla="*/ 55 w 109"/>
                  <a:gd name="T9" fmla="*/ 0 h 109"/>
                  <a:gd name="T10" fmla="*/ 55 w 109"/>
                  <a:gd name="T11" fmla="*/ 94 h 109"/>
                  <a:gd name="T12" fmla="*/ 15 w 109"/>
                  <a:gd name="T13" fmla="*/ 54 h 109"/>
                  <a:gd name="T14" fmla="*/ 55 w 109"/>
                  <a:gd name="T15" fmla="*/ 14 h 109"/>
                  <a:gd name="T16" fmla="*/ 95 w 109"/>
                  <a:gd name="T17" fmla="*/ 54 h 109"/>
                  <a:gd name="T18" fmla="*/ 55 w 109"/>
                  <a:gd name="T19" fmla="*/ 94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09">
                    <a:moveTo>
                      <a:pt x="55" y="0"/>
                    </a:moveTo>
                    <a:cubicBezTo>
                      <a:pt x="25" y="0"/>
                      <a:pt x="0" y="24"/>
                      <a:pt x="0" y="54"/>
                    </a:cubicBezTo>
                    <a:cubicBezTo>
                      <a:pt x="0" y="84"/>
                      <a:pt x="25" y="109"/>
                      <a:pt x="55" y="109"/>
                    </a:cubicBezTo>
                    <a:cubicBezTo>
                      <a:pt x="85" y="109"/>
                      <a:pt x="109" y="84"/>
                      <a:pt x="109" y="54"/>
                    </a:cubicBezTo>
                    <a:cubicBezTo>
                      <a:pt x="109" y="24"/>
                      <a:pt x="85" y="0"/>
                      <a:pt x="55" y="0"/>
                    </a:cubicBezTo>
                    <a:close/>
                    <a:moveTo>
                      <a:pt x="55" y="94"/>
                    </a:moveTo>
                    <a:cubicBezTo>
                      <a:pt x="33" y="94"/>
                      <a:pt x="15" y="76"/>
                      <a:pt x="15" y="54"/>
                    </a:cubicBezTo>
                    <a:cubicBezTo>
                      <a:pt x="15" y="32"/>
                      <a:pt x="33" y="14"/>
                      <a:pt x="55" y="14"/>
                    </a:cubicBezTo>
                    <a:cubicBezTo>
                      <a:pt x="77" y="14"/>
                      <a:pt x="95" y="32"/>
                      <a:pt x="95" y="54"/>
                    </a:cubicBezTo>
                    <a:cubicBezTo>
                      <a:pt x="95" y="76"/>
                      <a:pt x="77" y="94"/>
                      <a:pt x="55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6" name="Freeform 35">
                <a:extLst>
                  <a:ext uri="{FF2B5EF4-FFF2-40B4-BE49-F238E27FC236}">
                    <a16:creationId xmlns:a16="http://schemas.microsoft.com/office/drawing/2014/main" id="{9A96F624-F208-0C9C-EBFA-38BE6F948D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5" y="750"/>
                <a:ext cx="295" cy="276"/>
              </a:xfrm>
              <a:custGeom>
                <a:avLst/>
                <a:gdLst>
                  <a:gd name="T0" fmla="*/ 193 w 193"/>
                  <a:gd name="T1" fmla="*/ 22 h 185"/>
                  <a:gd name="T2" fmla="*/ 193 w 193"/>
                  <a:gd name="T3" fmla="*/ 23 h 185"/>
                  <a:gd name="T4" fmla="*/ 192 w 193"/>
                  <a:gd name="T5" fmla="*/ 24 h 185"/>
                  <a:gd name="T6" fmla="*/ 192 w 193"/>
                  <a:gd name="T7" fmla="*/ 25 h 185"/>
                  <a:gd name="T8" fmla="*/ 192 w 193"/>
                  <a:gd name="T9" fmla="*/ 25 h 185"/>
                  <a:gd name="T10" fmla="*/ 164 w 193"/>
                  <a:gd name="T11" fmla="*/ 87 h 185"/>
                  <a:gd name="T12" fmla="*/ 154 w 193"/>
                  <a:gd name="T13" fmla="*/ 90 h 185"/>
                  <a:gd name="T14" fmla="*/ 150 w 193"/>
                  <a:gd name="T15" fmla="*/ 86 h 185"/>
                  <a:gd name="T16" fmla="*/ 151 w 193"/>
                  <a:gd name="T17" fmla="*/ 81 h 185"/>
                  <a:gd name="T18" fmla="*/ 172 w 193"/>
                  <a:gd name="T19" fmla="*/ 35 h 185"/>
                  <a:gd name="T20" fmla="*/ 161 w 193"/>
                  <a:gd name="T21" fmla="*/ 40 h 185"/>
                  <a:gd name="T22" fmla="*/ 15 w 193"/>
                  <a:gd name="T23" fmla="*/ 180 h 185"/>
                  <a:gd name="T24" fmla="*/ 5 w 193"/>
                  <a:gd name="T25" fmla="*/ 183 h 185"/>
                  <a:gd name="T26" fmla="*/ 2 w 193"/>
                  <a:gd name="T27" fmla="*/ 173 h 185"/>
                  <a:gd name="T28" fmla="*/ 147 w 193"/>
                  <a:gd name="T29" fmla="*/ 30 h 185"/>
                  <a:gd name="T30" fmla="*/ 160 w 193"/>
                  <a:gd name="T31" fmla="*/ 24 h 185"/>
                  <a:gd name="T32" fmla="*/ 113 w 193"/>
                  <a:gd name="T33" fmla="*/ 14 h 185"/>
                  <a:gd name="T34" fmla="*/ 109 w 193"/>
                  <a:gd name="T35" fmla="*/ 11 h 185"/>
                  <a:gd name="T36" fmla="*/ 108 w 193"/>
                  <a:gd name="T37" fmla="*/ 6 h 185"/>
                  <a:gd name="T38" fmla="*/ 111 w 193"/>
                  <a:gd name="T39" fmla="*/ 1 h 185"/>
                  <a:gd name="T40" fmla="*/ 115 w 193"/>
                  <a:gd name="T41" fmla="*/ 0 h 185"/>
                  <a:gd name="T42" fmla="*/ 116 w 193"/>
                  <a:gd name="T43" fmla="*/ 0 h 185"/>
                  <a:gd name="T44" fmla="*/ 187 w 193"/>
                  <a:gd name="T45" fmla="*/ 15 h 185"/>
                  <a:gd name="T46" fmla="*/ 187 w 193"/>
                  <a:gd name="T47" fmla="*/ 15 h 185"/>
                  <a:gd name="T48" fmla="*/ 188 w 193"/>
                  <a:gd name="T49" fmla="*/ 15 h 185"/>
                  <a:gd name="T50" fmla="*/ 189 w 193"/>
                  <a:gd name="T51" fmla="*/ 15 h 185"/>
                  <a:gd name="T52" fmla="*/ 191 w 193"/>
                  <a:gd name="T53" fmla="*/ 17 h 185"/>
                  <a:gd name="T54" fmla="*/ 191 w 193"/>
                  <a:gd name="T55" fmla="*/ 18 h 185"/>
                  <a:gd name="T56" fmla="*/ 192 w 193"/>
                  <a:gd name="T57" fmla="*/ 19 h 185"/>
                  <a:gd name="T58" fmla="*/ 192 w 193"/>
                  <a:gd name="T59" fmla="*/ 19 h 185"/>
                  <a:gd name="T60" fmla="*/ 192 w 193"/>
                  <a:gd name="T61" fmla="*/ 19 h 185"/>
                  <a:gd name="T62" fmla="*/ 192 w 193"/>
                  <a:gd name="T63" fmla="*/ 20 h 185"/>
                  <a:gd name="T64" fmla="*/ 193 w 193"/>
                  <a:gd name="T65" fmla="*/ 21 h 185"/>
                  <a:gd name="T66" fmla="*/ 193 w 193"/>
                  <a:gd name="T67" fmla="*/ 22 h 185"/>
                  <a:gd name="T68" fmla="*/ 193 w 193"/>
                  <a:gd name="T69" fmla="*/ 2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93" h="185">
                    <a:moveTo>
                      <a:pt x="193" y="22"/>
                    </a:moveTo>
                    <a:cubicBezTo>
                      <a:pt x="193" y="22"/>
                      <a:pt x="193" y="23"/>
                      <a:pt x="193" y="23"/>
                    </a:cubicBezTo>
                    <a:cubicBezTo>
                      <a:pt x="192" y="24"/>
                      <a:pt x="192" y="24"/>
                      <a:pt x="192" y="24"/>
                    </a:cubicBezTo>
                    <a:cubicBezTo>
                      <a:pt x="192" y="24"/>
                      <a:pt x="192" y="24"/>
                      <a:pt x="192" y="25"/>
                    </a:cubicBezTo>
                    <a:cubicBezTo>
                      <a:pt x="192" y="25"/>
                      <a:pt x="192" y="25"/>
                      <a:pt x="192" y="25"/>
                    </a:cubicBezTo>
                    <a:cubicBezTo>
                      <a:pt x="164" y="87"/>
                      <a:pt x="164" y="87"/>
                      <a:pt x="164" y="87"/>
                    </a:cubicBezTo>
                    <a:cubicBezTo>
                      <a:pt x="162" y="90"/>
                      <a:pt x="158" y="92"/>
                      <a:pt x="154" y="90"/>
                    </a:cubicBezTo>
                    <a:cubicBezTo>
                      <a:pt x="152" y="90"/>
                      <a:pt x="151" y="88"/>
                      <a:pt x="150" y="86"/>
                    </a:cubicBezTo>
                    <a:cubicBezTo>
                      <a:pt x="150" y="84"/>
                      <a:pt x="150" y="83"/>
                      <a:pt x="151" y="81"/>
                    </a:cubicBezTo>
                    <a:cubicBezTo>
                      <a:pt x="172" y="35"/>
                      <a:pt x="172" y="35"/>
                      <a:pt x="172" y="35"/>
                    </a:cubicBezTo>
                    <a:cubicBezTo>
                      <a:pt x="161" y="40"/>
                      <a:pt x="161" y="40"/>
                      <a:pt x="161" y="40"/>
                    </a:cubicBezTo>
                    <a:cubicBezTo>
                      <a:pt x="97" y="68"/>
                      <a:pt x="46" y="118"/>
                      <a:pt x="15" y="180"/>
                    </a:cubicBezTo>
                    <a:cubicBezTo>
                      <a:pt x="13" y="183"/>
                      <a:pt x="9" y="185"/>
                      <a:pt x="5" y="183"/>
                    </a:cubicBezTo>
                    <a:cubicBezTo>
                      <a:pt x="2" y="181"/>
                      <a:pt x="0" y="177"/>
                      <a:pt x="2" y="173"/>
                    </a:cubicBezTo>
                    <a:cubicBezTo>
                      <a:pt x="33" y="111"/>
                      <a:pt x="85" y="60"/>
                      <a:pt x="147" y="30"/>
                    </a:cubicBezTo>
                    <a:cubicBezTo>
                      <a:pt x="160" y="24"/>
                      <a:pt x="160" y="24"/>
                      <a:pt x="160" y="24"/>
                    </a:cubicBezTo>
                    <a:cubicBezTo>
                      <a:pt x="113" y="14"/>
                      <a:pt x="113" y="14"/>
                      <a:pt x="113" y="14"/>
                    </a:cubicBezTo>
                    <a:cubicBezTo>
                      <a:pt x="111" y="14"/>
                      <a:pt x="110" y="13"/>
                      <a:pt x="109" y="11"/>
                    </a:cubicBezTo>
                    <a:cubicBezTo>
                      <a:pt x="108" y="10"/>
                      <a:pt x="107" y="8"/>
                      <a:pt x="108" y="6"/>
                    </a:cubicBezTo>
                    <a:cubicBezTo>
                      <a:pt x="108" y="4"/>
                      <a:pt x="109" y="2"/>
                      <a:pt x="111" y="1"/>
                    </a:cubicBezTo>
                    <a:cubicBezTo>
                      <a:pt x="112" y="1"/>
                      <a:pt x="113" y="0"/>
                      <a:pt x="115" y="0"/>
                    </a:cubicBezTo>
                    <a:cubicBezTo>
                      <a:pt x="115" y="0"/>
                      <a:pt x="116" y="0"/>
                      <a:pt x="116" y="0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15"/>
                      <a:pt x="188" y="15"/>
                      <a:pt x="188" y="15"/>
                    </a:cubicBezTo>
                    <a:cubicBezTo>
                      <a:pt x="189" y="15"/>
                      <a:pt x="189" y="15"/>
                      <a:pt x="189" y="15"/>
                    </a:cubicBezTo>
                    <a:cubicBezTo>
                      <a:pt x="189" y="16"/>
                      <a:pt x="190" y="17"/>
                      <a:pt x="191" y="17"/>
                    </a:cubicBezTo>
                    <a:cubicBezTo>
                      <a:pt x="191" y="18"/>
                      <a:pt x="191" y="18"/>
                      <a:pt x="191" y="18"/>
                    </a:cubicBezTo>
                    <a:cubicBezTo>
                      <a:pt x="191" y="18"/>
                      <a:pt x="192" y="18"/>
                      <a:pt x="192" y="19"/>
                    </a:cubicBezTo>
                    <a:cubicBezTo>
                      <a:pt x="192" y="19"/>
                      <a:pt x="192" y="19"/>
                      <a:pt x="192" y="19"/>
                    </a:cubicBezTo>
                    <a:cubicBezTo>
                      <a:pt x="192" y="19"/>
                      <a:pt x="192" y="19"/>
                      <a:pt x="192" y="19"/>
                    </a:cubicBezTo>
                    <a:cubicBezTo>
                      <a:pt x="192" y="20"/>
                      <a:pt x="192" y="20"/>
                      <a:pt x="192" y="20"/>
                    </a:cubicBezTo>
                    <a:cubicBezTo>
                      <a:pt x="192" y="20"/>
                      <a:pt x="192" y="20"/>
                      <a:pt x="193" y="21"/>
                    </a:cubicBezTo>
                    <a:cubicBezTo>
                      <a:pt x="193" y="21"/>
                      <a:pt x="193" y="21"/>
                      <a:pt x="193" y="22"/>
                    </a:cubicBezTo>
                    <a:cubicBezTo>
                      <a:pt x="193" y="22"/>
                      <a:pt x="193" y="22"/>
                      <a:pt x="19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9" name="Rounded Rectangle 86">
              <a:extLst>
                <a:ext uri="{FF2B5EF4-FFF2-40B4-BE49-F238E27FC236}">
                  <a16:creationId xmlns:a16="http://schemas.microsoft.com/office/drawing/2014/main" id="{A9FF68EC-7E64-6593-81E5-4892535CA2EB}"/>
                </a:ext>
              </a:extLst>
            </p:cNvPr>
            <p:cNvSpPr/>
            <p:nvPr/>
          </p:nvSpPr>
          <p:spPr bwMode="auto">
            <a:xfrm>
              <a:off x="6902623" y="5483000"/>
              <a:ext cx="288541" cy="138499"/>
            </a:xfrm>
            <a:prstGeom prst="roundRect">
              <a:avLst>
                <a:gd name="adj" fmla="val 0"/>
              </a:avLst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>
              <a:defPPr/>
            </a:lstStyle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 panose="020B0503030202060203" pitchFamily="34" charset="77"/>
                  <a:cs typeface="Arial" pitchFamily="34" charset="0"/>
                </a:rPr>
                <a:t>Song</a:t>
              </a:r>
              <a:endParaRPr kumimoji="0" lang="pt-BR" sz="90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cs typeface="Arial" pitchFamily="34" charset="0"/>
              </a:endParaRPr>
            </a:p>
          </p:txBody>
        </p:sp>
        <p:grpSp>
          <p:nvGrpSpPr>
            <p:cNvPr id="40" name="Group 127">
              <a:extLst>
                <a:ext uri="{FF2B5EF4-FFF2-40B4-BE49-F238E27FC236}">
                  <a16:creationId xmlns:a16="http://schemas.microsoft.com/office/drawing/2014/main" id="{CCE587B1-167F-D808-02F4-446846CFAB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17246" y="5414602"/>
              <a:ext cx="275941" cy="275295"/>
              <a:chOff x="2408" y="1740"/>
              <a:chExt cx="427" cy="426"/>
            </a:xfrm>
            <a:solidFill>
              <a:srgbClr val="FFFFFF"/>
            </a:solidFill>
          </p:grpSpPr>
          <p:sp>
            <p:nvSpPr>
              <p:cNvPr id="69" name="Freeform 128">
                <a:extLst>
                  <a:ext uri="{FF2B5EF4-FFF2-40B4-BE49-F238E27FC236}">
                    <a16:creationId xmlns:a16="http://schemas.microsoft.com/office/drawing/2014/main" id="{68BFBC78-F6CC-4731-399C-26C11F21E3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1740"/>
                <a:ext cx="427" cy="320"/>
              </a:xfrm>
              <a:custGeom>
                <a:avLst/>
                <a:gdLst>
                  <a:gd name="T0" fmla="*/ 90 w 288"/>
                  <a:gd name="T1" fmla="*/ 216 h 216"/>
                  <a:gd name="T2" fmla="*/ 30 w 288"/>
                  <a:gd name="T3" fmla="*/ 216 h 216"/>
                  <a:gd name="T4" fmla="*/ 0 w 288"/>
                  <a:gd name="T5" fmla="*/ 186 h 216"/>
                  <a:gd name="T6" fmla="*/ 0 w 288"/>
                  <a:gd name="T7" fmla="*/ 30 h 216"/>
                  <a:gd name="T8" fmla="*/ 30 w 288"/>
                  <a:gd name="T9" fmla="*/ 0 h 216"/>
                  <a:gd name="T10" fmla="*/ 258 w 288"/>
                  <a:gd name="T11" fmla="*/ 0 h 216"/>
                  <a:gd name="T12" fmla="*/ 288 w 288"/>
                  <a:gd name="T13" fmla="*/ 30 h 216"/>
                  <a:gd name="T14" fmla="*/ 288 w 288"/>
                  <a:gd name="T15" fmla="*/ 138 h 216"/>
                  <a:gd name="T16" fmla="*/ 282 w 288"/>
                  <a:gd name="T17" fmla="*/ 144 h 216"/>
                  <a:gd name="T18" fmla="*/ 276 w 288"/>
                  <a:gd name="T19" fmla="*/ 138 h 216"/>
                  <a:gd name="T20" fmla="*/ 276 w 288"/>
                  <a:gd name="T21" fmla="*/ 30 h 216"/>
                  <a:gd name="T22" fmla="*/ 258 w 288"/>
                  <a:gd name="T23" fmla="*/ 12 h 216"/>
                  <a:gd name="T24" fmla="*/ 30 w 288"/>
                  <a:gd name="T25" fmla="*/ 12 h 216"/>
                  <a:gd name="T26" fmla="*/ 12 w 288"/>
                  <a:gd name="T27" fmla="*/ 30 h 216"/>
                  <a:gd name="T28" fmla="*/ 12 w 288"/>
                  <a:gd name="T29" fmla="*/ 186 h 216"/>
                  <a:gd name="T30" fmla="*/ 30 w 288"/>
                  <a:gd name="T31" fmla="*/ 204 h 216"/>
                  <a:gd name="T32" fmla="*/ 90 w 288"/>
                  <a:gd name="T33" fmla="*/ 204 h 216"/>
                  <a:gd name="T34" fmla="*/ 96 w 288"/>
                  <a:gd name="T35" fmla="*/ 210 h 216"/>
                  <a:gd name="T36" fmla="*/ 90 w 288"/>
                  <a:gd name="T37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88" h="216">
                    <a:moveTo>
                      <a:pt x="90" y="216"/>
                    </a:moveTo>
                    <a:cubicBezTo>
                      <a:pt x="30" y="216"/>
                      <a:pt x="30" y="216"/>
                      <a:pt x="30" y="216"/>
                    </a:cubicBezTo>
                    <a:cubicBezTo>
                      <a:pt x="13" y="216"/>
                      <a:pt x="0" y="203"/>
                      <a:pt x="0" y="18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258" y="0"/>
                      <a:pt x="258" y="0"/>
                      <a:pt x="258" y="0"/>
                    </a:cubicBezTo>
                    <a:cubicBezTo>
                      <a:pt x="275" y="0"/>
                      <a:pt x="288" y="14"/>
                      <a:pt x="288" y="30"/>
                    </a:cubicBezTo>
                    <a:cubicBezTo>
                      <a:pt x="288" y="138"/>
                      <a:pt x="288" y="138"/>
                      <a:pt x="288" y="138"/>
                    </a:cubicBezTo>
                    <a:cubicBezTo>
                      <a:pt x="288" y="142"/>
                      <a:pt x="285" y="144"/>
                      <a:pt x="282" y="144"/>
                    </a:cubicBezTo>
                    <a:cubicBezTo>
                      <a:pt x="279" y="144"/>
                      <a:pt x="276" y="142"/>
                      <a:pt x="276" y="138"/>
                    </a:cubicBezTo>
                    <a:cubicBezTo>
                      <a:pt x="276" y="30"/>
                      <a:pt x="276" y="30"/>
                      <a:pt x="276" y="30"/>
                    </a:cubicBezTo>
                    <a:cubicBezTo>
                      <a:pt x="276" y="20"/>
                      <a:pt x="268" y="12"/>
                      <a:pt x="258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186"/>
                      <a:pt x="12" y="186"/>
                      <a:pt x="12" y="186"/>
                    </a:cubicBezTo>
                    <a:cubicBezTo>
                      <a:pt x="12" y="196"/>
                      <a:pt x="20" y="204"/>
                      <a:pt x="30" y="204"/>
                    </a:cubicBezTo>
                    <a:cubicBezTo>
                      <a:pt x="90" y="204"/>
                      <a:pt x="90" y="204"/>
                      <a:pt x="90" y="204"/>
                    </a:cubicBezTo>
                    <a:cubicBezTo>
                      <a:pt x="93" y="204"/>
                      <a:pt x="96" y="207"/>
                      <a:pt x="96" y="210"/>
                    </a:cubicBezTo>
                    <a:cubicBezTo>
                      <a:pt x="96" y="214"/>
                      <a:pt x="93" y="216"/>
                      <a:pt x="90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0" name="Freeform 129">
                <a:extLst>
                  <a:ext uri="{FF2B5EF4-FFF2-40B4-BE49-F238E27FC236}">
                    <a16:creationId xmlns:a16="http://schemas.microsoft.com/office/drawing/2014/main" id="{0FB856E6-E629-FA13-0334-FAF815B96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9" y="1775"/>
                <a:ext cx="302" cy="249"/>
              </a:xfrm>
              <a:custGeom>
                <a:avLst/>
                <a:gdLst>
                  <a:gd name="T0" fmla="*/ 42 w 204"/>
                  <a:gd name="T1" fmla="*/ 168 h 168"/>
                  <a:gd name="T2" fmla="*/ 6 w 204"/>
                  <a:gd name="T3" fmla="*/ 168 h 168"/>
                  <a:gd name="T4" fmla="*/ 0 w 204"/>
                  <a:gd name="T5" fmla="*/ 162 h 168"/>
                  <a:gd name="T6" fmla="*/ 0 w 204"/>
                  <a:gd name="T7" fmla="*/ 6 h 168"/>
                  <a:gd name="T8" fmla="*/ 6 w 204"/>
                  <a:gd name="T9" fmla="*/ 0 h 168"/>
                  <a:gd name="T10" fmla="*/ 198 w 204"/>
                  <a:gd name="T11" fmla="*/ 0 h 168"/>
                  <a:gd name="T12" fmla="*/ 204 w 204"/>
                  <a:gd name="T13" fmla="*/ 6 h 168"/>
                  <a:gd name="T14" fmla="*/ 204 w 204"/>
                  <a:gd name="T15" fmla="*/ 114 h 168"/>
                  <a:gd name="T16" fmla="*/ 198 w 204"/>
                  <a:gd name="T17" fmla="*/ 120 h 168"/>
                  <a:gd name="T18" fmla="*/ 192 w 204"/>
                  <a:gd name="T19" fmla="*/ 114 h 168"/>
                  <a:gd name="T20" fmla="*/ 192 w 204"/>
                  <a:gd name="T21" fmla="*/ 12 h 168"/>
                  <a:gd name="T22" fmla="*/ 12 w 204"/>
                  <a:gd name="T23" fmla="*/ 12 h 168"/>
                  <a:gd name="T24" fmla="*/ 12 w 204"/>
                  <a:gd name="T25" fmla="*/ 156 h 168"/>
                  <a:gd name="T26" fmla="*/ 42 w 204"/>
                  <a:gd name="T27" fmla="*/ 156 h 168"/>
                  <a:gd name="T28" fmla="*/ 48 w 204"/>
                  <a:gd name="T29" fmla="*/ 162 h 168"/>
                  <a:gd name="T30" fmla="*/ 42 w 204"/>
                  <a:gd name="T31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4" h="168">
                    <a:moveTo>
                      <a:pt x="42" y="168"/>
                    </a:moveTo>
                    <a:cubicBezTo>
                      <a:pt x="6" y="168"/>
                      <a:pt x="6" y="168"/>
                      <a:pt x="6" y="168"/>
                    </a:cubicBezTo>
                    <a:cubicBezTo>
                      <a:pt x="3" y="168"/>
                      <a:pt x="0" y="166"/>
                      <a:pt x="0" y="16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98" y="0"/>
                      <a:pt x="198" y="0"/>
                      <a:pt x="198" y="0"/>
                    </a:cubicBezTo>
                    <a:cubicBezTo>
                      <a:pt x="201" y="0"/>
                      <a:pt x="204" y="3"/>
                      <a:pt x="204" y="6"/>
                    </a:cubicBezTo>
                    <a:cubicBezTo>
                      <a:pt x="204" y="114"/>
                      <a:pt x="204" y="114"/>
                      <a:pt x="204" y="114"/>
                    </a:cubicBezTo>
                    <a:cubicBezTo>
                      <a:pt x="204" y="118"/>
                      <a:pt x="201" y="120"/>
                      <a:pt x="198" y="120"/>
                    </a:cubicBezTo>
                    <a:cubicBezTo>
                      <a:pt x="195" y="120"/>
                      <a:pt x="192" y="118"/>
                      <a:pt x="192" y="114"/>
                    </a:cubicBezTo>
                    <a:cubicBezTo>
                      <a:pt x="192" y="12"/>
                      <a:pt x="192" y="12"/>
                      <a:pt x="19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56"/>
                      <a:pt x="12" y="156"/>
                      <a:pt x="12" y="156"/>
                    </a:cubicBezTo>
                    <a:cubicBezTo>
                      <a:pt x="42" y="156"/>
                      <a:pt x="42" y="156"/>
                      <a:pt x="42" y="156"/>
                    </a:cubicBezTo>
                    <a:cubicBezTo>
                      <a:pt x="45" y="156"/>
                      <a:pt x="48" y="159"/>
                      <a:pt x="48" y="162"/>
                    </a:cubicBezTo>
                    <a:cubicBezTo>
                      <a:pt x="48" y="166"/>
                      <a:pt x="45" y="168"/>
                      <a:pt x="42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1" name="Oval 130">
                <a:extLst>
                  <a:ext uri="{FF2B5EF4-FFF2-40B4-BE49-F238E27FC236}">
                    <a16:creationId xmlns:a16="http://schemas.microsoft.com/office/drawing/2014/main" id="{3A5E0A7A-D049-6F19-6489-680832FED0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" y="1891"/>
                <a:ext cx="18" cy="1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2" name="Freeform 131">
                <a:extLst>
                  <a:ext uri="{FF2B5EF4-FFF2-40B4-BE49-F238E27FC236}">
                    <a16:creationId xmlns:a16="http://schemas.microsoft.com/office/drawing/2014/main" id="{BBF7CEFF-0AEB-62D4-697B-CEED0366FE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76" y="1855"/>
                <a:ext cx="259" cy="311"/>
              </a:xfrm>
              <a:custGeom>
                <a:avLst/>
                <a:gdLst>
                  <a:gd name="T0" fmla="*/ 140 w 175"/>
                  <a:gd name="T1" fmla="*/ 210 h 210"/>
                  <a:gd name="T2" fmla="*/ 63 w 175"/>
                  <a:gd name="T3" fmla="*/ 210 h 210"/>
                  <a:gd name="T4" fmla="*/ 48 w 175"/>
                  <a:gd name="T5" fmla="*/ 201 h 210"/>
                  <a:gd name="T6" fmla="*/ 3 w 175"/>
                  <a:gd name="T7" fmla="*/ 120 h 210"/>
                  <a:gd name="T8" fmla="*/ 4 w 175"/>
                  <a:gd name="T9" fmla="*/ 102 h 210"/>
                  <a:gd name="T10" fmla="*/ 19 w 175"/>
                  <a:gd name="T11" fmla="*/ 94 h 210"/>
                  <a:gd name="T12" fmla="*/ 31 w 175"/>
                  <a:gd name="T13" fmla="*/ 93 h 210"/>
                  <a:gd name="T14" fmla="*/ 31 w 175"/>
                  <a:gd name="T15" fmla="*/ 93 h 210"/>
                  <a:gd name="T16" fmla="*/ 45 w 175"/>
                  <a:gd name="T17" fmla="*/ 100 h 210"/>
                  <a:gd name="T18" fmla="*/ 55 w 175"/>
                  <a:gd name="T19" fmla="*/ 112 h 210"/>
                  <a:gd name="T20" fmla="*/ 55 w 175"/>
                  <a:gd name="T21" fmla="*/ 18 h 210"/>
                  <a:gd name="T22" fmla="*/ 71 w 175"/>
                  <a:gd name="T23" fmla="*/ 0 h 210"/>
                  <a:gd name="T24" fmla="*/ 88 w 175"/>
                  <a:gd name="T25" fmla="*/ 0 h 210"/>
                  <a:gd name="T26" fmla="*/ 103 w 175"/>
                  <a:gd name="T27" fmla="*/ 18 h 210"/>
                  <a:gd name="T28" fmla="*/ 103 w 175"/>
                  <a:gd name="T29" fmla="*/ 78 h 210"/>
                  <a:gd name="T30" fmla="*/ 164 w 175"/>
                  <a:gd name="T31" fmla="*/ 100 h 210"/>
                  <a:gd name="T32" fmla="*/ 175 w 175"/>
                  <a:gd name="T33" fmla="*/ 117 h 210"/>
                  <a:gd name="T34" fmla="*/ 175 w 175"/>
                  <a:gd name="T35" fmla="*/ 118 h 210"/>
                  <a:gd name="T36" fmla="*/ 157 w 175"/>
                  <a:gd name="T37" fmla="*/ 198 h 210"/>
                  <a:gd name="T38" fmla="*/ 156 w 175"/>
                  <a:gd name="T39" fmla="*/ 199 h 210"/>
                  <a:gd name="T40" fmla="*/ 140 w 175"/>
                  <a:gd name="T41" fmla="*/ 210 h 210"/>
                  <a:gd name="T42" fmla="*/ 31 w 175"/>
                  <a:gd name="T43" fmla="*/ 105 h 210"/>
                  <a:gd name="T44" fmla="*/ 19 w 175"/>
                  <a:gd name="T45" fmla="*/ 106 h 210"/>
                  <a:gd name="T46" fmla="*/ 14 w 175"/>
                  <a:gd name="T47" fmla="*/ 108 h 210"/>
                  <a:gd name="T48" fmla="*/ 14 w 175"/>
                  <a:gd name="T49" fmla="*/ 114 h 210"/>
                  <a:gd name="T50" fmla="*/ 59 w 175"/>
                  <a:gd name="T51" fmla="*/ 195 h 210"/>
                  <a:gd name="T52" fmla="*/ 63 w 175"/>
                  <a:gd name="T53" fmla="*/ 198 h 210"/>
                  <a:gd name="T54" fmla="*/ 140 w 175"/>
                  <a:gd name="T55" fmla="*/ 198 h 210"/>
                  <a:gd name="T56" fmla="*/ 145 w 175"/>
                  <a:gd name="T57" fmla="*/ 195 h 210"/>
                  <a:gd name="T58" fmla="*/ 163 w 175"/>
                  <a:gd name="T59" fmla="*/ 116 h 210"/>
                  <a:gd name="T60" fmla="*/ 160 w 175"/>
                  <a:gd name="T61" fmla="*/ 111 h 210"/>
                  <a:gd name="T62" fmla="*/ 95 w 175"/>
                  <a:gd name="T63" fmla="*/ 88 h 210"/>
                  <a:gd name="T64" fmla="*/ 91 w 175"/>
                  <a:gd name="T65" fmla="*/ 82 h 210"/>
                  <a:gd name="T66" fmla="*/ 91 w 175"/>
                  <a:gd name="T67" fmla="*/ 18 h 210"/>
                  <a:gd name="T68" fmla="*/ 88 w 175"/>
                  <a:gd name="T69" fmla="*/ 12 h 210"/>
                  <a:gd name="T70" fmla="*/ 71 w 175"/>
                  <a:gd name="T71" fmla="*/ 12 h 210"/>
                  <a:gd name="T72" fmla="*/ 67 w 175"/>
                  <a:gd name="T73" fmla="*/ 18 h 210"/>
                  <a:gd name="T74" fmla="*/ 67 w 175"/>
                  <a:gd name="T75" fmla="*/ 129 h 210"/>
                  <a:gd name="T76" fmla="*/ 63 w 175"/>
                  <a:gd name="T77" fmla="*/ 134 h 210"/>
                  <a:gd name="T78" fmla="*/ 56 w 175"/>
                  <a:gd name="T79" fmla="*/ 132 h 210"/>
                  <a:gd name="T80" fmla="*/ 36 w 175"/>
                  <a:gd name="T81" fmla="*/ 108 h 210"/>
                  <a:gd name="T82" fmla="*/ 31 w 175"/>
                  <a:gd name="T83" fmla="*/ 1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5" h="210">
                    <a:moveTo>
                      <a:pt x="140" y="210"/>
                    </a:moveTo>
                    <a:cubicBezTo>
                      <a:pt x="63" y="210"/>
                      <a:pt x="63" y="210"/>
                      <a:pt x="63" y="210"/>
                    </a:cubicBezTo>
                    <a:cubicBezTo>
                      <a:pt x="57" y="210"/>
                      <a:pt x="51" y="207"/>
                      <a:pt x="48" y="201"/>
                    </a:cubicBezTo>
                    <a:cubicBezTo>
                      <a:pt x="3" y="120"/>
                      <a:pt x="3" y="120"/>
                      <a:pt x="3" y="120"/>
                    </a:cubicBezTo>
                    <a:cubicBezTo>
                      <a:pt x="0" y="114"/>
                      <a:pt x="0" y="108"/>
                      <a:pt x="4" y="102"/>
                    </a:cubicBezTo>
                    <a:cubicBezTo>
                      <a:pt x="7" y="97"/>
                      <a:pt x="13" y="94"/>
                      <a:pt x="19" y="94"/>
                    </a:cubicBezTo>
                    <a:cubicBezTo>
                      <a:pt x="31" y="93"/>
                      <a:pt x="31" y="93"/>
                      <a:pt x="31" y="93"/>
                    </a:cubicBezTo>
                    <a:cubicBezTo>
                      <a:pt x="31" y="93"/>
                      <a:pt x="31" y="93"/>
                      <a:pt x="31" y="93"/>
                    </a:cubicBezTo>
                    <a:cubicBezTo>
                      <a:pt x="36" y="93"/>
                      <a:pt x="42" y="96"/>
                      <a:pt x="45" y="100"/>
                    </a:cubicBezTo>
                    <a:cubicBezTo>
                      <a:pt x="55" y="112"/>
                      <a:pt x="55" y="112"/>
                      <a:pt x="55" y="112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7"/>
                      <a:pt x="61" y="0"/>
                      <a:pt x="71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97" y="0"/>
                      <a:pt x="103" y="7"/>
                      <a:pt x="103" y="18"/>
                    </a:cubicBezTo>
                    <a:cubicBezTo>
                      <a:pt x="103" y="78"/>
                      <a:pt x="103" y="78"/>
                      <a:pt x="103" y="78"/>
                    </a:cubicBezTo>
                    <a:cubicBezTo>
                      <a:pt x="164" y="100"/>
                      <a:pt x="164" y="100"/>
                      <a:pt x="164" y="100"/>
                    </a:cubicBezTo>
                    <a:cubicBezTo>
                      <a:pt x="171" y="102"/>
                      <a:pt x="175" y="108"/>
                      <a:pt x="175" y="117"/>
                    </a:cubicBezTo>
                    <a:cubicBezTo>
                      <a:pt x="175" y="117"/>
                      <a:pt x="175" y="118"/>
                      <a:pt x="175" y="118"/>
                    </a:cubicBezTo>
                    <a:cubicBezTo>
                      <a:pt x="157" y="198"/>
                      <a:pt x="157" y="198"/>
                      <a:pt x="157" y="198"/>
                    </a:cubicBezTo>
                    <a:cubicBezTo>
                      <a:pt x="157" y="199"/>
                      <a:pt x="156" y="199"/>
                      <a:pt x="156" y="199"/>
                    </a:cubicBezTo>
                    <a:cubicBezTo>
                      <a:pt x="154" y="206"/>
                      <a:pt x="147" y="210"/>
                      <a:pt x="140" y="210"/>
                    </a:cubicBezTo>
                    <a:close/>
                    <a:moveTo>
                      <a:pt x="31" y="105"/>
                    </a:moveTo>
                    <a:cubicBezTo>
                      <a:pt x="19" y="106"/>
                      <a:pt x="19" y="106"/>
                      <a:pt x="19" y="106"/>
                    </a:cubicBezTo>
                    <a:cubicBezTo>
                      <a:pt x="17" y="106"/>
                      <a:pt x="15" y="107"/>
                      <a:pt x="14" y="108"/>
                    </a:cubicBezTo>
                    <a:cubicBezTo>
                      <a:pt x="13" y="110"/>
                      <a:pt x="13" y="112"/>
                      <a:pt x="14" y="114"/>
                    </a:cubicBezTo>
                    <a:cubicBezTo>
                      <a:pt x="59" y="195"/>
                      <a:pt x="59" y="195"/>
                      <a:pt x="59" y="195"/>
                    </a:cubicBezTo>
                    <a:cubicBezTo>
                      <a:pt x="60" y="197"/>
                      <a:pt x="61" y="198"/>
                      <a:pt x="63" y="198"/>
                    </a:cubicBezTo>
                    <a:cubicBezTo>
                      <a:pt x="140" y="198"/>
                      <a:pt x="140" y="198"/>
                      <a:pt x="140" y="198"/>
                    </a:cubicBezTo>
                    <a:cubicBezTo>
                      <a:pt x="142" y="198"/>
                      <a:pt x="144" y="197"/>
                      <a:pt x="145" y="195"/>
                    </a:cubicBezTo>
                    <a:cubicBezTo>
                      <a:pt x="163" y="116"/>
                      <a:pt x="163" y="116"/>
                      <a:pt x="163" y="116"/>
                    </a:cubicBezTo>
                    <a:cubicBezTo>
                      <a:pt x="163" y="114"/>
                      <a:pt x="162" y="112"/>
                      <a:pt x="160" y="111"/>
                    </a:cubicBezTo>
                    <a:cubicBezTo>
                      <a:pt x="95" y="88"/>
                      <a:pt x="95" y="88"/>
                      <a:pt x="95" y="88"/>
                    </a:cubicBezTo>
                    <a:cubicBezTo>
                      <a:pt x="93" y="87"/>
                      <a:pt x="91" y="84"/>
                      <a:pt x="91" y="82"/>
                    </a:cubicBezTo>
                    <a:cubicBezTo>
                      <a:pt x="91" y="18"/>
                      <a:pt x="91" y="18"/>
                      <a:pt x="91" y="18"/>
                    </a:cubicBezTo>
                    <a:cubicBezTo>
                      <a:pt x="91" y="12"/>
                      <a:pt x="89" y="12"/>
                      <a:pt x="88" y="12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68" y="12"/>
                      <a:pt x="67" y="15"/>
                      <a:pt x="67" y="18"/>
                    </a:cubicBezTo>
                    <a:cubicBezTo>
                      <a:pt x="67" y="129"/>
                      <a:pt x="67" y="129"/>
                      <a:pt x="67" y="129"/>
                    </a:cubicBezTo>
                    <a:cubicBezTo>
                      <a:pt x="67" y="131"/>
                      <a:pt x="65" y="133"/>
                      <a:pt x="63" y="134"/>
                    </a:cubicBezTo>
                    <a:cubicBezTo>
                      <a:pt x="61" y="135"/>
                      <a:pt x="58" y="134"/>
                      <a:pt x="56" y="132"/>
                    </a:cubicBezTo>
                    <a:cubicBezTo>
                      <a:pt x="36" y="108"/>
                      <a:pt x="36" y="108"/>
                      <a:pt x="36" y="108"/>
                    </a:cubicBezTo>
                    <a:cubicBezTo>
                      <a:pt x="35" y="106"/>
                      <a:pt x="33" y="105"/>
                      <a:pt x="31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3" name="Freeform 132">
                <a:extLst>
                  <a:ext uri="{FF2B5EF4-FFF2-40B4-BE49-F238E27FC236}">
                    <a16:creationId xmlns:a16="http://schemas.microsoft.com/office/drawing/2014/main" id="{716524F0-8F98-7F63-85FE-0449436CC4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35" y="1882"/>
                <a:ext cx="35" cy="35"/>
              </a:xfrm>
              <a:custGeom>
                <a:avLst/>
                <a:gdLst>
                  <a:gd name="T0" fmla="*/ 12 w 24"/>
                  <a:gd name="T1" fmla="*/ 24 h 24"/>
                  <a:gd name="T2" fmla="*/ 0 w 24"/>
                  <a:gd name="T3" fmla="*/ 12 h 24"/>
                  <a:gd name="T4" fmla="*/ 12 w 24"/>
                  <a:gd name="T5" fmla="*/ 0 h 24"/>
                  <a:gd name="T6" fmla="*/ 24 w 24"/>
                  <a:gd name="T7" fmla="*/ 12 h 24"/>
                  <a:gd name="T8" fmla="*/ 12 w 24"/>
                  <a:gd name="T9" fmla="*/ 24 h 24"/>
                  <a:gd name="T10" fmla="*/ 12 w 24"/>
                  <a:gd name="T11" fmla="*/ 12 h 24"/>
                  <a:gd name="T12" fmla="*/ 12 w 24"/>
                  <a:gd name="T13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5" y="24"/>
                      <a:pt x="0" y="19"/>
                      <a:pt x="0" y="12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9" y="0"/>
                      <a:pt x="24" y="6"/>
                      <a:pt x="24" y="12"/>
                    </a:cubicBezTo>
                    <a:cubicBezTo>
                      <a:pt x="24" y="19"/>
                      <a:pt x="19" y="24"/>
                      <a:pt x="12" y="24"/>
                    </a:cubicBezTo>
                    <a:close/>
                    <a:moveTo>
                      <a:pt x="12" y="12"/>
                    </a:moveTo>
                    <a:cubicBezTo>
                      <a:pt x="12" y="12"/>
                      <a:pt x="12" y="12"/>
                      <a:pt x="1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1" name="Rounded Rectangle 84">
              <a:extLst>
                <a:ext uri="{FF2B5EF4-FFF2-40B4-BE49-F238E27FC236}">
                  <a16:creationId xmlns:a16="http://schemas.microsoft.com/office/drawing/2014/main" id="{E11243CA-E62C-CBBA-3A0A-BB1F021B5078}"/>
                </a:ext>
              </a:extLst>
            </p:cNvPr>
            <p:cNvSpPr/>
            <p:nvPr/>
          </p:nvSpPr>
          <p:spPr bwMode="auto">
            <a:xfrm>
              <a:off x="3683777" y="5483000"/>
              <a:ext cx="649217" cy="138499"/>
            </a:xfrm>
            <a:prstGeom prst="roundRect">
              <a:avLst>
                <a:gd name="adj" fmla="val 0"/>
              </a:avLst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>
              <a:defPPr/>
            </a:lstStyle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900" kern="0">
                  <a:solidFill>
                    <a:prstClr val="white"/>
                  </a:solidFill>
                  <a:latin typeface="Graphik" panose="020B0503030202060203" pitchFamily="34" charset="77"/>
                  <a:cs typeface="Arial" pitchFamily="34" charset="0"/>
                </a:rPr>
                <a:t>Technology</a:t>
              </a:r>
              <a:endParaRPr kumimoji="0" lang="pt-BR" sz="90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cs typeface="Arial" pitchFamily="34" charset="0"/>
              </a:endParaRPr>
            </a:p>
          </p:txBody>
        </p:sp>
        <p:grpSp>
          <p:nvGrpSpPr>
            <p:cNvPr id="42" name="Group 220">
              <a:extLst>
                <a:ext uri="{FF2B5EF4-FFF2-40B4-BE49-F238E27FC236}">
                  <a16:creationId xmlns:a16="http://schemas.microsoft.com/office/drawing/2014/main" id="{183C7DD8-5BF9-579B-052D-BFAA7D6C2C5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9642" y="5436548"/>
              <a:ext cx="291651" cy="231403"/>
              <a:chOff x="1374" y="3041"/>
              <a:chExt cx="426" cy="338"/>
            </a:xfrm>
            <a:solidFill>
              <a:srgbClr val="FFFFFF"/>
            </a:solidFill>
          </p:grpSpPr>
          <p:sp>
            <p:nvSpPr>
              <p:cNvPr id="64" name="Freeform 221">
                <a:extLst>
                  <a:ext uri="{FF2B5EF4-FFF2-40B4-BE49-F238E27FC236}">
                    <a16:creationId xmlns:a16="http://schemas.microsoft.com/office/drawing/2014/main" id="{DBFE1B3D-9850-A254-2818-58AEBE9AFB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74" y="3041"/>
                <a:ext cx="426" cy="284"/>
              </a:xfrm>
              <a:custGeom>
                <a:avLst/>
                <a:gdLst>
                  <a:gd name="T0" fmla="*/ 270 w 288"/>
                  <a:gd name="T1" fmla="*/ 192 h 192"/>
                  <a:gd name="T2" fmla="*/ 18 w 288"/>
                  <a:gd name="T3" fmla="*/ 192 h 192"/>
                  <a:gd name="T4" fmla="*/ 0 w 288"/>
                  <a:gd name="T5" fmla="*/ 174 h 192"/>
                  <a:gd name="T6" fmla="*/ 0 w 288"/>
                  <a:gd name="T7" fmla="*/ 18 h 192"/>
                  <a:gd name="T8" fmla="*/ 18 w 288"/>
                  <a:gd name="T9" fmla="*/ 0 h 192"/>
                  <a:gd name="T10" fmla="*/ 270 w 288"/>
                  <a:gd name="T11" fmla="*/ 0 h 192"/>
                  <a:gd name="T12" fmla="*/ 288 w 288"/>
                  <a:gd name="T13" fmla="*/ 18 h 192"/>
                  <a:gd name="T14" fmla="*/ 288 w 288"/>
                  <a:gd name="T15" fmla="*/ 174 h 192"/>
                  <a:gd name="T16" fmla="*/ 270 w 288"/>
                  <a:gd name="T17" fmla="*/ 192 h 192"/>
                  <a:gd name="T18" fmla="*/ 18 w 288"/>
                  <a:gd name="T19" fmla="*/ 12 h 192"/>
                  <a:gd name="T20" fmla="*/ 12 w 288"/>
                  <a:gd name="T21" fmla="*/ 18 h 192"/>
                  <a:gd name="T22" fmla="*/ 12 w 288"/>
                  <a:gd name="T23" fmla="*/ 174 h 192"/>
                  <a:gd name="T24" fmla="*/ 18 w 288"/>
                  <a:gd name="T25" fmla="*/ 180 h 192"/>
                  <a:gd name="T26" fmla="*/ 270 w 288"/>
                  <a:gd name="T27" fmla="*/ 180 h 192"/>
                  <a:gd name="T28" fmla="*/ 276 w 288"/>
                  <a:gd name="T29" fmla="*/ 174 h 192"/>
                  <a:gd name="T30" fmla="*/ 276 w 288"/>
                  <a:gd name="T31" fmla="*/ 18 h 192"/>
                  <a:gd name="T32" fmla="*/ 270 w 288"/>
                  <a:gd name="T33" fmla="*/ 12 h 192"/>
                  <a:gd name="T34" fmla="*/ 18 w 288"/>
                  <a:gd name="T35" fmla="*/ 1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8" h="192">
                    <a:moveTo>
                      <a:pt x="270" y="192"/>
                    </a:moveTo>
                    <a:cubicBezTo>
                      <a:pt x="18" y="192"/>
                      <a:pt x="18" y="192"/>
                      <a:pt x="18" y="192"/>
                    </a:cubicBezTo>
                    <a:cubicBezTo>
                      <a:pt x="8" y="192"/>
                      <a:pt x="0" y="184"/>
                      <a:pt x="0" y="174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70" y="0"/>
                      <a:pt x="270" y="0"/>
                      <a:pt x="270" y="0"/>
                    </a:cubicBezTo>
                    <a:cubicBezTo>
                      <a:pt x="280" y="0"/>
                      <a:pt x="288" y="8"/>
                      <a:pt x="288" y="18"/>
                    </a:cubicBezTo>
                    <a:cubicBezTo>
                      <a:pt x="288" y="174"/>
                      <a:pt x="288" y="174"/>
                      <a:pt x="288" y="174"/>
                    </a:cubicBezTo>
                    <a:cubicBezTo>
                      <a:pt x="288" y="184"/>
                      <a:pt x="280" y="192"/>
                      <a:pt x="270" y="192"/>
                    </a:cubicBezTo>
                    <a:close/>
                    <a:moveTo>
                      <a:pt x="18" y="12"/>
                    </a:moveTo>
                    <a:cubicBezTo>
                      <a:pt x="15" y="12"/>
                      <a:pt x="12" y="14"/>
                      <a:pt x="12" y="18"/>
                    </a:cubicBezTo>
                    <a:cubicBezTo>
                      <a:pt x="12" y="174"/>
                      <a:pt x="12" y="174"/>
                      <a:pt x="12" y="174"/>
                    </a:cubicBezTo>
                    <a:cubicBezTo>
                      <a:pt x="12" y="177"/>
                      <a:pt x="15" y="180"/>
                      <a:pt x="18" y="180"/>
                    </a:cubicBezTo>
                    <a:cubicBezTo>
                      <a:pt x="270" y="180"/>
                      <a:pt x="270" y="180"/>
                      <a:pt x="270" y="180"/>
                    </a:cubicBezTo>
                    <a:cubicBezTo>
                      <a:pt x="274" y="180"/>
                      <a:pt x="276" y="177"/>
                      <a:pt x="276" y="174"/>
                    </a:cubicBezTo>
                    <a:cubicBezTo>
                      <a:pt x="276" y="18"/>
                      <a:pt x="276" y="18"/>
                      <a:pt x="276" y="18"/>
                    </a:cubicBezTo>
                    <a:cubicBezTo>
                      <a:pt x="276" y="14"/>
                      <a:pt x="274" y="12"/>
                      <a:pt x="270" y="12"/>
                    </a:cubicBezTo>
                    <a:lnTo>
                      <a:pt x="18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5" name="Freeform 222">
                <a:extLst>
                  <a:ext uri="{FF2B5EF4-FFF2-40B4-BE49-F238E27FC236}">
                    <a16:creationId xmlns:a16="http://schemas.microsoft.com/office/drawing/2014/main" id="{3797DC43-728C-EE89-0894-AF79BE5AAF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09" y="3077"/>
                <a:ext cx="356" cy="213"/>
              </a:xfrm>
              <a:custGeom>
                <a:avLst/>
                <a:gdLst>
                  <a:gd name="T0" fmla="*/ 234 w 240"/>
                  <a:gd name="T1" fmla="*/ 144 h 144"/>
                  <a:gd name="T2" fmla="*/ 6 w 240"/>
                  <a:gd name="T3" fmla="*/ 144 h 144"/>
                  <a:gd name="T4" fmla="*/ 0 w 240"/>
                  <a:gd name="T5" fmla="*/ 138 h 144"/>
                  <a:gd name="T6" fmla="*/ 0 w 240"/>
                  <a:gd name="T7" fmla="*/ 6 h 144"/>
                  <a:gd name="T8" fmla="*/ 6 w 240"/>
                  <a:gd name="T9" fmla="*/ 0 h 144"/>
                  <a:gd name="T10" fmla="*/ 234 w 240"/>
                  <a:gd name="T11" fmla="*/ 0 h 144"/>
                  <a:gd name="T12" fmla="*/ 240 w 240"/>
                  <a:gd name="T13" fmla="*/ 6 h 144"/>
                  <a:gd name="T14" fmla="*/ 240 w 240"/>
                  <a:gd name="T15" fmla="*/ 138 h 144"/>
                  <a:gd name="T16" fmla="*/ 234 w 240"/>
                  <a:gd name="T17" fmla="*/ 144 h 144"/>
                  <a:gd name="T18" fmla="*/ 12 w 240"/>
                  <a:gd name="T19" fmla="*/ 132 h 144"/>
                  <a:gd name="T20" fmla="*/ 228 w 240"/>
                  <a:gd name="T21" fmla="*/ 132 h 144"/>
                  <a:gd name="T22" fmla="*/ 228 w 240"/>
                  <a:gd name="T23" fmla="*/ 12 h 144"/>
                  <a:gd name="T24" fmla="*/ 12 w 240"/>
                  <a:gd name="T25" fmla="*/ 12 h 144"/>
                  <a:gd name="T26" fmla="*/ 12 w 240"/>
                  <a:gd name="T27" fmla="*/ 132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40" h="144">
                    <a:moveTo>
                      <a:pt x="234" y="144"/>
                    </a:moveTo>
                    <a:cubicBezTo>
                      <a:pt x="6" y="144"/>
                      <a:pt x="6" y="144"/>
                      <a:pt x="6" y="144"/>
                    </a:cubicBezTo>
                    <a:cubicBezTo>
                      <a:pt x="3" y="144"/>
                      <a:pt x="0" y="141"/>
                      <a:pt x="0" y="13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138"/>
                      <a:pt x="240" y="138"/>
                      <a:pt x="240" y="138"/>
                    </a:cubicBezTo>
                    <a:cubicBezTo>
                      <a:pt x="240" y="141"/>
                      <a:pt x="238" y="144"/>
                      <a:pt x="234" y="144"/>
                    </a:cubicBezTo>
                    <a:close/>
                    <a:moveTo>
                      <a:pt x="12" y="132"/>
                    </a:moveTo>
                    <a:cubicBezTo>
                      <a:pt x="228" y="132"/>
                      <a:pt x="228" y="132"/>
                      <a:pt x="228" y="132"/>
                    </a:cubicBezTo>
                    <a:cubicBezTo>
                      <a:pt x="228" y="12"/>
                      <a:pt x="228" y="12"/>
                      <a:pt x="228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Freeform 223">
                <a:extLst>
                  <a:ext uri="{FF2B5EF4-FFF2-40B4-BE49-F238E27FC236}">
                    <a16:creationId xmlns:a16="http://schemas.microsoft.com/office/drawing/2014/main" id="{E64F9820-F8DA-B1D9-80FA-024DCB2F8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9" y="3361"/>
                <a:ext cx="196" cy="18"/>
              </a:xfrm>
              <a:custGeom>
                <a:avLst/>
                <a:gdLst>
                  <a:gd name="T0" fmla="*/ 126 w 132"/>
                  <a:gd name="T1" fmla="*/ 12 h 12"/>
                  <a:gd name="T2" fmla="*/ 6 w 132"/>
                  <a:gd name="T3" fmla="*/ 12 h 12"/>
                  <a:gd name="T4" fmla="*/ 0 w 132"/>
                  <a:gd name="T5" fmla="*/ 6 h 12"/>
                  <a:gd name="T6" fmla="*/ 6 w 132"/>
                  <a:gd name="T7" fmla="*/ 0 h 12"/>
                  <a:gd name="T8" fmla="*/ 126 w 132"/>
                  <a:gd name="T9" fmla="*/ 0 h 12"/>
                  <a:gd name="T10" fmla="*/ 132 w 132"/>
                  <a:gd name="T11" fmla="*/ 6 h 12"/>
                  <a:gd name="T12" fmla="*/ 126 w 13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" h="12">
                    <a:moveTo>
                      <a:pt x="12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30" y="0"/>
                      <a:pt x="132" y="2"/>
                      <a:pt x="132" y="6"/>
                    </a:cubicBezTo>
                    <a:cubicBezTo>
                      <a:pt x="132" y="9"/>
                      <a:pt x="130" y="12"/>
                      <a:pt x="12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7" name="Rectangle 224">
                <a:extLst>
                  <a:ext uri="{FF2B5EF4-FFF2-40B4-BE49-F238E27FC236}">
                    <a16:creationId xmlns:a16="http://schemas.microsoft.com/office/drawing/2014/main" id="{AE18D38F-1E76-64D1-7657-E6C224955B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1" y="3317"/>
                <a:ext cx="18" cy="5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8" name="Rectangle 225">
                <a:extLst>
                  <a:ext uri="{FF2B5EF4-FFF2-40B4-BE49-F238E27FC236}">
                    <a16:creationId xmlns:a16="http://schemas.microsoft.com/office/drawing/2014/main" id="{20012517-E041-D76C-DF5D-D4B1E599D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5" y="3317"/>
                <a:ext cx="18" cy="5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3" name="Rounded Rectangle 88">
              <a:extLst>
                <a:ext uri="{FF2B5EF4-FFF2-40B4-BE49-F238E27FC236}">
                  <a16:creationId xmlns:a16="http://schemas.microsoft.com/office/drawing/2014/main" id="{F4306C59-BCB4-D23B-0771-B7E041F6B28D}"/>
                </a:ext>
              </a:extLst>
            </p:cNvPr>
            <p:cNvSpPr/>
            <p:nvPr/>
          </p:nvSpPr>
          <p:spPr bwMode="auto">
            <a:xfrm>
              <a:off x="5204524" y="5483000"/>
              <a:ext cx="613951" cy="138499"/>
            </a:xfrm>
            <a:prstGeom prst="roundRect">
              <a:avLst>
                <a:gd name="adj" fmla="val 0"/>
              </a:avLst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>
              <a:defPPr/>
            </a:lstStyle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 panose="020B0503030202060203" pitchFamily="34" charset="77"/>
                  <a:cs typeface="Arial" pitchFamily="34" charset="0"/>
                </a:rPr>
                <a:t>Operations</a:t>
              </a:r>
              <a:endParaRPr kumimoji="0" lang="pt-BR" sz="90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cs typeface="Arial" pitchFamily="34" charset="0"/>
              </a:endParaRPr>
            </a:p>
          </p:txBody>
        </p:sp>
        <p:grpSp>
          <p:nvGrpSpPr>
            <p:cNvPr id="44" name="Group 45">
              <a:extLst>
                <a:ext uri="{FF2B5EF4-FFF2-40B4-BE49-F238E27FC236}">
                  <a16:creationId xmlns:a16="http://schemas.microsoft.com/office/drawing/2014/main" id="{36238323-8154-6A19-81AB-0537F6FF91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30488" y="5387947"/>
              <a:ext cx="328608" cy="328604"/>
              <a:chOff x="5507" y="439"/>
              <a:chExt cx="426" cy="426"/>
            </a:xfrm>
            <a:solidFill>
              <a:srgbClr val="FFFFFF"/>
            </a:solidFill>
          </p:grpSpPr>
          <p:sp>
            <p:nvSpPr>
              <p:cNvPr id="60" name="Freeform 46">
                <a:extLst>
                  <a:ext uri="{FF2B5EF4-FFF2-40B4-BE49-F238E27FC236}">
                    <a16:creationId xmlns:a16="http://schemas.microsoft.com/office/drawing/2014/main" id="{C9F51C41-6B93-63EF-5E85-3A095D4DB5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96" y="652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8"/>
                      <a:pt x="19" y="0"/>
                      <a:pt x="42" y="0"/>
                    </a:cubicBezTo>
                    <a:cubicBezTo>
                      <a:pt x="66" y="0"/>
                      <a:pt x="84" y="18"/>
                      <a:pt x="84" y="42"/>
                    </a:cubicBezTo>
                    <a:cubicBezTo>
                      <a:pt x="84" y="65"/>
                      <a:pt x="66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8"/>
                      <a:pt x="26" y="72"/>
                      <a:pt x="42" y="72"/>
                    </a:cubicBezTo>
                    <a:cubicBezTo>
                      <a:pt x="59" y="72"/>
                      <a:pt x="72" y="58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" name="Freeform 47">
                <a:extLst>
                  <a:ext uri="{FF2B5EF4-FFF2-40B4-BE49-F238E27FC236}">
                    <a16:creationId xmlns:a16="http://schemas.microsoft.com/office/drawing/2014/main" id="{7B7F28C5-7CA2-2BF2-2C70-D26C83780AC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09" y="492"/>
                <a:ext cx="71" cy="71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8" y="0"/>
                      <a:pt x="48" y="10"/>
                      <a:pt x="48" y="24"/>
                    </a:cubicBezTo>
                    <a:cubicBezTo>
                      <a:pt x="48" y="37"/>
                      <a:pt x="38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7"/>
                      <a:pt x="12" y="24"/>
                    </a:cubicBezTo>
                    <a:cubicBezTo>
                      <a:pt x="12" y="30"/>
                      <a:pt x="18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Freeform 48">
                <a:extLst>
                  <a:ext uri="{FF2B5EF4-FFF2-40B4-BE49-F238E27FC236}">
                    <a16:creationId xmlns:a16="http://schemas.microsoft.com/office/drawing/2014/main" id="{72494A73-5645-D55D-21F2-B84F795F06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7" y="563"/>
                <a:ext cx="302" cy="302"/>
              </a:xfrm>
              <a:custGeom>
                <a:avLst/>
                <a:gdLst>
                  <a:gd name="T0" fmla="*/ 79 w 204"/>
                  <a:gd name="T1" fmla="*/ 204 h 204"/>
                  <a:gd name="T2" fmla="*/ 73 w 204"/>
                  <a:gd name="T3" fmla="*/ 180 h 204"/>
                  <a:gd name="T4" fmla="*/ 34 w 204"/>
                  <a:gd name="T5" fmla="*/ 176 h 204"/>
                  <a:gd name="T6" fmla="*/ 2 w 204"/>
                  <a:gd name="T7" fmla="*/ 132 h 204"/>
                  <a:gd name="T8" fmla="*/ 19 w 204"/>
                  <a:gd name="T9" fmla="*/ 115 h 204"/>
                  <a:gd name="T10" fmla="*/ 19 w 204"/>
                  <a:gd name="T11" fmla="*/ 88 h 204"/>
                  <a:gd name="T12" fmla="*/ 2 w 204"/>
                  <a:gd name="T13" fmla="*/ 76 h 204"/>
                  <a:gd name="T14" fmla="*/ 26 w 204"/>
                  <a:gd name="T15" fmla="*/ 30 h 204"/>
                  <a:gd name="T16" fmla="*/ 50 w 204"/>
                  <a:gd name="T17" fmla="*/ 36 h 204"/>
                  <a:gd name="T18" fmla="*/ 73 w 204"/>
                  <a:gd name="T19" fmla="*/ 6 h 204"/>
                  <a:gd name="T20" fmla="*/ 127 w 204"/>
                  <a:gd name="T21" fmla="*/ 0 h 204"/>
                  <a:gd name="T22" fmla="*/ 133 w 204"/>
                  <a:gd name="T23" fmla="*/ 23 h 204"/>
                  <a:gd name="T24" fmla="*/ 170 w 204"/>
                  <a:gd name="T25" fmla="*/ 28 h 204"/>
                  <a:gd name="T26" fmla="*/ 179 w 204"/>
                  <a:gd name="T27" fmla="*/ 30 h 204"/>
                  <a:gd name="T28" fmla="*/ 200 w 204"/>
                  <a:gd name="T29" fmla="*/ 80 h 204"/>
                  <a:gd name="T30" fmla="*/ 186 w 204"/>
                  <a:gd name="T31" fmla="*/ 102 h 204"/>
                  <a:gd name="T32" fmla="*/ 201 w 204"/>
                  <a:gd name="T33" fmla="*/ 124 h 204"/>
                  <a:gd name="T34" fmla="*/ 179 w 204"/>
                  <a:gd name="T35" fmla="*/ 173 h 204"/>
                  <a:gd name="T36" fmla="*/ 171 w 204"/>
                  <a:gd name="T37" fmla="*/ 176 h 204"/>
                  <a:gd name="T38" fmla="*/ 133 w 204"/>
                  <a:gd name="T39" fmla="*/ 180 h 204"/>
                  <a:gd name="T40" fmla="*/ 127 w 204"/>
                  <a:gd name="T41" fmla="*/ 204 h 204"/>
                  <a:gd name="T42" fmla="*/ 121 w 204"/>
                  <a:gd name="T43" fmla="*/ 192 h 204"/>
                  <a:gd name="T44" fmla="*/ 126 w 204"/>
                  <a:gd name="T45" fmla="*/ 170 h 204"/>
                  <a:gd name="T46" fmla="*/ 158 w 204"/>
                  <a:gd name="T47" fmla="*/ 154 h 204"/>
                  <a:gd name="T48" fmla="*/ 189 w 204"/>
                  <a:gd name="T49" fmla="*/ 131 h 204"/>
                  <a:gd name="T50" fmla="*/ 173 w 204"/>
                  <a:gd name="T51" fmla="*/ 117 h 204"/>
                  <a:gd name="T52" fmla="*/ 173 w 204"/>
                  <a:gd name="T53" fmla="*/ 87 h 204"/>
                  <a:gd name="T54" fmla="*/ 189 w 204"/>
                  <a:gd name="T55" fmla="*/ 72 h 204"/>
                  <a:gd name="T56" fmla="*/ 158 w 204"/>
                  <a:gd name="T57" fmla="*/ 49 h 204"/>
                  <a:gd name="T58" fmla="*/ 126 w 204"/>
                  <a:gd name="T59" fmla="*/ 33 h 204"/>
                  <a:gd name="T60" fmla="*/ 121 w 204"/>
                  <a:gd name="T61" fmla="*/ 12 h 204"/>
                  <a:gd name="T62" fmla="*/ 85 w 204"/>
                  <a:gd name="T63" fmla="*/ 27 h 204"/>
                  <a:gd name="T64" fmla="*/ 55 w 204"/>
                  <a:gd name="T65" fmla="*/ 48 h 204"/>
                  <a:gd name="T66" fmla="*/ 34 w 204"/>
                  <a:gd name="T67" fmla="*/ 41 h 204"/>
                  <a:gd name="T68" fmla="*/ 29 w 204"/>
                  <a:gd name="T69" fmla="*/ 80 h 204"/>
                  <a:gd name="T70" fmla="*/ 30 w 204"/>
                  <a:gd name="T71" fmla="*/ 102 h 204"/>
                  <a:gd name="T72" fmla="*/ 29 w 204"/>
                  <a:gd name="T73" fmla="*/ 123 h 204"/>
                  <a:gd name="T74" fmla="*/ 33 w 204"/>
                  <a:gd name="T75" fmla="*/ 162 h 204"/>
                  <a:gd name="T76" fmla="*/ 55 w 204"/>
                  <a:gd name="T77" fmla="*/ 155 h 204"/>
                  <a:gd name="T78" fmla="*/ 85 w 204"/>
                  <a:gd name="T79" fmla="*/ 176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04" h="204">
                    <a:moveTo>
                      <a:pt x="127" y="204"/>
                    </a:moveTo>
                    <a:cubicBezTo>
                      <a:pt x="79" y="204"/>
                      <a:pt x="79" y="204"/>
                      <a:pt x="79" y="204"/>
                    </a:cubicBezTo>
                    <a:cubicBezTo>
                      <a:pt x="76" y="204"/>
                      <a:pt x="73" y="201"/>
                      <a:pt x="73" y="198"/>
                    </a:cubicBezTo>
                    <a:cubicBezTo>
                      <a:pt x="73" y="180"/>
                      <a:pt x="73" y="180"/>
                      <a:pt x="73" y="180"/>
                    </a:cubicBezTo>
                    <a:cubicBezTo>
                      <a:pt x="65" y="177"/>
                      <a:pt x="57" y="173"/>
                      <a:pt x="50" y="167"/>
                    </a:cubicBezTo>
                    <a:cubicBezTo>
                      <a:pt x="34" y="176"/>
                      <a:pt x="34" y="176"/>
                      <a:pt x="34" y="176"/>
                    </a:cubicBezTo>
                    <a:cubicBezTo>
                      <a:pt x="31" y="177"/>
                      <a:pt x="28" y="176"/>
                      <a:pt x="26" y="173"/>
                    </a:cubicBezTo>
                    <a:cubicBezTo>
                      <a:pt x="2" y="132"/>
                      <a:pt x="2" y="132"/>
                      <a:pt x="2" y="132"/>
                    </a:cubicBezTo>
                    <a:cubicBezTo>
                      <a:pt x="0" y="129"/>
                      <a:pt x="1" y="125"/>
                      <a:pt x="4" y="124"/>
                    </a:cubicBezTo>
                    <a:cubicBezTo>
                      <a:pt x="19" y="115"/>
                      <a:pt x="19" y="115"/>
                      <a:pt x="19" y="115"/>
                    </a:cubicBezTo>
                    <a:cubicBezTo>
                      <a:pt x="19" y="111"/>
                      <a:pt x="18" y="106"/>
                      <a:pt x="18" y="102"/>
                    </a:cubicBezTo>
                    <a:cubicBezTo>
                      <a:pt x="18" y="97"/>
                      <a:pt x="19" y="93"/>
                      <a:pt x="19" y="88"/>
                    </a:cubicBezTo>
                    <a:cubicBezTo>
                      <a:pt x="4" y="80"/>
                      <a:pt x="4" y="80"/>
                      <a:pt x="4" y="80"/>
                    </a:cubicBezTo>
                    <a:cubicBezTo>
                      <a:pt x="3" y="79"/>
                      <a:pt x="2" y="78"/>
                      <a:pt x="2" y="76"/>
                    </a:cubicBezTo>
                    <a:cubicBezTo>
                      <a:pt x="1" y="74"/>
                      <a:pt x="1" y="73"/>
                      <a:pt x="2" y="71"/>
                    </a:cubicBezTo>
                    <a:cubicBezTo>
                      <a:pt x="26" y="30"/>
                      <a:pt x="26" y="30"/>
                      <a:pt x="26" y="30"/>
                    </a:cubicBezTo>
                    <a:cubicBezTo>
                      <a:pt x="28" y="27"/>
                      <a:pt x="32" y="26"/>
                      <a:pt x="34" y="28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7" y="30"/>
                      <a:pt x="65" y="26"/>
                      <a:pt x="73" y="23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2"/>
                      <a:pt x="76" y="0"/>
                      <a:pt x="79" y="0"/>
                    </a:cubicBezTo>
                    <a:cubicBezTo>
                      <a:pt x="127" y="0"/>
                      <a:pt x="127" y="0"/>
                      <a:pt x="127" y="0"/>
                    </a:cubicBezTo>
                    <a:cubicBezTo>
                      <a:pt x="131" y="0"/>
                      <a:pt x="133" y="2"/>
                      <a:pt x="133" y="6"/>
                    </a:cubicBezTo>
                    <a:cubicBezTo>
                      <a:pt x="133" y="23"/>
                      <a:pt x="133" y="23"/>
                      <a:pt x="133" y="23"/>
                    </a:cubicBezTo>
                    <a:cubicBezTo>
                      <a:pt x="142" y="26"/>
                      <a:pt x="149" y="31"/>
                      <a:pt x="156" y="36"/>
                    </a:cubicBezTo>
                    <a:cubicBezTo>
                      <a:pt x="170" y="28"/>
                      <a:pt x="170" y="28"/>
                      <a:pt x="170" y="28"/>
                    </a:cubicBezTo>
                    <a:cubicBezTo>
                      <a:pt x="172" y="27"/>
                      <a:pt x="173" y="27"/>
                      <a:pt x="175" y="27"/>
                    </a:cubicBezTo>
                    <a:cubicBezTo>
                      <a:pt x="177" y="27"/>
                      <a:pt x="178" y="28"/>
                      <a:pt x="179" y="30"/>
                    </a:cubicBezTo>
                    <a:cubicBezTo>
                      <a:pt x="203" y="71"/>
                      <a:pt x="203" y="71"/>
                      <a:pt x="203" y="71"/>
                    </a:cubicBezTo>
                    <a:cubicBezTo>
                      <a:pt x="204" y="74"/>
                      <a:pt x="203" y="78"/>
                      <a:pt x="200" y="80"/>
                    </a:cubicBezTo>
                    <a:cubicBezTo>
                      <a:pt x="185" y="88"/>
                      <a:pt x="185" y="88"/>
                      <a:pt x="185" y="88"/>
                    </a:cubicBezTo>
                    <a:cubicBezTo>
                      <a:pt x="186" y="93"/>
                      <a:pt x="186" y="97"/>
                      <a:pt x="186" y="102"/>
                    </a:cubicBezTo>
                    <a:cubicBezTo>
                      <a:pt x="186" y="106"/>
                      <a:pt x="186" y="111"/>
                      <a:pt x="185" y="115"/>
                    </a:cubicBezTo>
                    <a:cubicBezTo>
                      <a:pt x="201" y="124"/>
                      <a:pt x="201" y="124"/>
                      <a:pt x="201" y="124"/>
                    </a:cubicBezTo>
                    <a:cubicBezTo>
                      <a:pt x="203" y="125"/>
                      <a:pt x="204" y="129"/>
                      <a:pt x="203" y="132"/>
                    </a:cubicBezTo>
                    <a:cubicBezTo>
                      <a:pt x="179" y="173"/>
                      <a:pt x="179" y="173"/>
                      <a:pt x="179" y="173"/>
                    </a:cubicBezTo>
                    <a:cubicBezTo>
                      <a:pt x="178" y="175"/>
                      <a:pt x="177" y="176"/>
                      <a:pt x="175" y="176"/>
                    </a:cubicBezTo>
                    <a:cubicBezTo>
                      <a:pt x="174" y="177"/>
                      <a:pt x="172" y="176"/>
                      <a:pt x="171" y="176"/>
                    </a:cubicBezTo>
                    <a:cubicBezTo>
                      <a:pt x="156" y="167"/>
                      <a:pt x="156" y="167"/>
                      <a:pt x="156" y="167"/>
                    </a:cubicBezTo>
                    <a:cubicBezTo>
                      <a:pt x="149" y="173"/>
                      <a:pt x="142" y="177"/>
                      <a:pt x="133" y="180"/>
                    </a:cubicBezTo>
                    <a:cubicBezTo>
                      <a:pt x="133" y="198"/>
                      <a:pt x="133" y="198"/>
                      <a:pt x="133" y="198"/>
                    </a:cubicBezTo>
                    <a:cubicBezTo>
                      <a:pt x="133" y="201"/>
                      <a:pt x="131" y="204"/>
                      <a:pt x="127" y="204"/>
                    </a:cubicBezTo>
                    <a:close/>
                    <a:moveTo>
                      <a:pt x="85" y="192"/>
                    </a:moveTo>
                    <a:cubicBezTo>
                      <a:pt x="121" y="192"/>
                      <a:pt x="121" y="192"/>
                      <a:pt x="121" y="192"/>
                    </a:cubicBezTo>
                    <a:cubicBezTo>
                      <a:pt x="121" y="176"/>
                      <a:pt x="121" y="176"/>
                      <a:pt x="121" y="176"/>
                    </a:cubicBezTo>
                    <a:cubicBezTo>
                      <a:pt x="121" y="173"/>
                      <a:pt x="123" y="171"/>
                      <a:pt x="126" y="170"/>
                    </a:cubicBezTo>
                    <a:cubicBezTo>
                      <a:pt x="136" y="167"/>
                      <a:pt x="143" y="162"/>
                      <a:pt x="151" y="155"/>
                    </a:cubicBezTo>
                    <a:cubicBezTo>
                      <a:pt x="153" y="153"/>
                      <a:pt x="156" y="153"/>
                      <a:pt x="158" y="154"/>
                    </a:cubicBezTo>
                    <a:cubicBezTo>
                      <a:pt x="172" y="162"/>
                      <a:pt x="172" y="162"/>
                      <a:pt x="172" y="162"/>
                    </a:cubicBezTo>
                    <a:cubicBezTo>
                      <a:pt x="189" y="131"/>
                      <a:pt x="189" y="131"/>
                      <a:pt x="189" y="131"/>
                    </a:cubicBezTo>
                    <a:cubicBezTo>
                      <a:pt x="176" y="123"/>
                      <a:pt x="176" y="123"/>
                      <a:pt x="176" y="123"/>
                    </a:cubicBezTo>
                    <a:cubicBezTo>
                      <a:pt x="173" y="122"/>
                      <a:pt x="172" y="119"/>
                      <a:pt x="173" y="117"/>
                    </a:cubicBezTo>
                    <a:cubicBezTo>
                      <a:pt x="174" y="112"/>
                      <a:pt x="174" y="107"/>
                      <a:pt x="174" y="102"/>
                    </a:cubicBezTo>
                    <a:cubicBezTo>
                      <a:pt x="174" y="97"/>
                      <a:pt x="174" y="92"/>
                      <a:pt x="173" y="87"/>
                    </a:cubicBezTo>
                    <a:cubicBezTo>
                      <a:pt x="172" y="84"/>
                      <a:pt x="173" y="81"/>
                      <a:pt x="176" y="80"/>
                    </a:cubicBezTo>
                    <a:cubicBezTo>
                      <a:pt x="189" y="72"/>
                      <a:pt x="189" y="72"/>
                      <a:pt x="189" y="72"/>
                    </a:cubicBezTo>
                    <a:cubicBezTo>
                      <a:pt x="171" y="41"/>
                      <a:pt x="171" y="41"/>
                      <a:pt x="171" y="41"/>
                    </a:cubicBezTo>
                    <a:cubicBezTo>
                      <a:pt x="158" y="49"/>
                      <a:pt x="158" y="49"/>
                      <a:pt x="158" y="49"/>
                    </a:cubicBezTo>
                    <a:cubicBezTo>
                      <a:pt x="156" y="50"/>
                      <a:pt x="153" y="50"/>
                      <a:pt x="151" y="48"/>
                    </a:cubicBezTo>
                    <a:cubicBezTo>
                      <a:pt x="143" y="41"/>
                      <a:pt x="136" y="36"/>
                      <a:pt x="126" y="33"/>
                    </a:cubicBezTo>
                    <a:cubicBezTo>
                      <a:pt x="123" y="33"/>
                      <a:pt x="121" y="30"/>
                      <a:pt x="121" y="27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85" y="12"/>
                      <a:pt x="85" y="12"/>
                      <a:pt x="85" y="12"/>
                    </a:cubicBezTo>
                    <a:cubicBezTo>
                      <a:pt x="85" y="27"/>
                      <a:pt x="85" y="27"/>
                      <a:pt x="85" y="27"/>
                    </a:cubicBezTo>
                    <a:cubicBezTo>
                      <a:pt x="85" y="30"/>
                      <a:pt x="83" y="32"/>
                      <a:pt x="81" y="33"/>
                    </a:cubicBezTo>
                    <a:cubicBezTo>
                      <a:pt x="71" y="36"/>
                      <a:pt x="63" y="40"/>
                      <a:pt x="55" y="48"/>
                    </a:cubicBezTo>
                    <a:cubicBezTo>
                      <a:pt x="53" y="50"/>
                      <a:pt x="50" y="50"/>
                      <a:pt x="48" y="49"/>
                    </a:cubicBezTo>
                    <a:cubicBezTo>
                      <a:pt x="34" y="41"/>
                      <a:pt x="34" y="41"/>
                      <a:pt x="34" y="41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29" y="80"/>
                      <a:pt x="29" y="80"/>
                      <a:pt x="29" y="80"/>
                    </a:cubicBezTo>
                    <a:cubicBezTo>
                      <a:pt x="31" y="81"/>
                      <a:pt x="33" y="84"/>
                      <a:pt x="32" y="87"/>
                    </a:cubicBezTo>
                    <a:cubicBezTo>
                      <a:pt x="31" y="92"/>
                      <a:pt x="30" y="97"/>
                      <a:pt x="30" y="102"/>
                    </a:cubicBezTo>
                    <a:cubicBezTo>
                      <a:pt x="30" y="107"/>
                      <a:pt x="31" y="112"/>
                      <a:pt x="32" y="117"/>
                    </a:cubicBezTo>
                    <a:cubicBezTo>
                      <a:pt x="33" y="119"/>
                      <a:pt x="31" y="122"/>
                      <a:pt x="29" y="123"/>
                    </a:cubicBezTo>
                    <a:cubicBezTo>
                      <a:pt x="15" y="131"/>
                      <a:pt x="15" y="131"/>
                      <a:pt x="15" y="131"/>
                    </a:cubicBezTo>
                    <a:cubicBezTo>
                      <a:pt x="33" y="162"/>
                      <a:pt x="33" y="162"/>
                      <a:pt x="33" y="162"/>
                    </a:cubicBezTo>
                    <a:cubicBezTo>
                      <a:pt x="48" y="154"/>
                      <a:pt x="48" y="154"/>
                      <a:pt x="48" y="154"/>
                    </a:cubicBezTo>
                    <a:cubicBezTo>
                      <a:pt x="50" y="153"/>
                      <a:pt x="53" y="153"/>
                      <a:pt x="55" y="155"/>
                    </a:cubicBezTo>
                    <a:cubicBezTo>
                      <a:pt x="63" y="163"/>
                      <a:pt x="71" y="167"/>
                      <a:pt x="81" y="170"/>
                    </a:cubicBezTo>
                    <a:cubicBezTo>
                      <a:pt x="83" y="171"/>
                      <a:pt x="85" y="173"/>
                      <a:pt x="85" y="176"/>
                    </a:cubicBezTo>
                    <a:lnTo>
                      <a:pt x="85" y="1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3" name="Freeform 49">
                <a:extLst>
                  <a:ext uri="{FF2B5EF4-FFF2-40B4-BE49-F238E27FC236}">
                    <a16:creationId xmlns:a16="http://schemas.microsoft.com/office/drawing/2014/main" id="{6CFD9521-6BA6-7729-746E-1B7632AE53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57" y="439"/>
                <a:ext cx="176" cy="178"/>
              </a:xfrm>
              <a:custGeom>
                <a:avLst/>
                <a:gdLst>
                  <a:gd name="T0" fmla="*/ 48 w 119"/>
                  <a:gd name="T1" fmla="*/ 120 h 120"/>
                  <a:gd name="T2" fmla="*/ 42 w 119"/>
                  <a:gd name="T3" fmla="*/ 104 h 120"/>
                  <a:gd name="T4" fmla="*/ 21 w 119"/>
                  <a:gd name="T5" fmla="*/ 102 h 120"/>
                  <a:gd name="T6" fmla="*/ 1 w 119"/>
                  <a:gd name="T7" fmla="*/ 79 h 120"/>
                  <a:gd name="T8" fmla="*/ 4 w 119"/>
                  <a:gd name="T9" fmla="*/ 71 h 120"/>
                  <a:gd name="T10" fmla="*/ 11 w 119"/>
                  <a:gd name="T11" fmla="*/ 60 h 120"/>
                  <a:gd name="T12" fmla="*/ 4 w 119"/>
                  <a:gd name="T13" fmla="*/ 48 h 120"/>
                  <a:gd name="T14" fmla="*/ 2 w 119"/>
                  <a:gd name="T15" fmla="*/ 40 h 120"/>
                  <a:gd name="T16" fmla="*/ 22 w 119"/>
                  <a:gd name="T17" fmla="*/ 17 h 120"/>
                  <a:gd name="T18" fmla="*/ 42 w 119"/>
                  <a:gd name="T19" fmla="*/ 15 h 120"/>
                  <a:gd name="T20" fmla="*/ 48 w 119"/>
                  <a:gd name="T21" fmla="*/ 0 h 120"/>
                  <a:gd name="T22" fmla="*/ 78 w 119"/>
                  <a:gd name="T23" fmla="*/ 6 h 120"/>
                  <a:gd name="T24" fmla="*/ 89 w 119"/>
                  <a:gd name="T25" fmla="*/ 22 h 120"/>
                  <a:gd name="T26" fmla="*/ 102 w 119"/>
                  <a:gd name="T27" fmla="*/ 16 h 120"/>
                  <a:gd name="T28" fmla="*/ 117 w 119"/>
                  <a:gd name="T29" fmla="*/ 40 h 120"/>
                  <a:gd name="T30" fmla="*/ 107 w 119"/>
                  <a:gd name="T31" fmla="*/ 53 h 120"/>
                  <a:gd name="T32" fmla="*/ 107 w 119"/>
                  <a:gd name="T33" fmla="*/ 66 h 120"/>
                  <a:gd name="T34" fmla="*/ 117 w 119"/>
                  <a:gd name="T35" fmla="*/ 79 h 120"/>
                  <a:gd name="T36" fmla="*/ 102 w 119"/>
                  <a:gd name="T37" fmla="*/ 103 h 120"/>
                  <a:gd name="T38" fmla="*/ 89 w 119"/>
                  <a:gd name="T39" fmla="*/ 97 h 120"/>
                  <a:gd name="T40" fmla="*/ 78 w 119"/>
                  <a:gd name="T41" fmla="*/ 114 h 120"/>
                  <a:gd name="T42" fmla="*/ 54 w 119"/>
                  <a:gd name="T43" fmla="*/ 108 h 120"/>
                  <a:gd name="T44" fmla="*/ 66 w 119"/>
                  <a:gd name="T45" fmla="*/ 100 h 120"/>
                  <a:gd name="T46" fmla="*/ 84 w 119"/>
                  <a:gd name="T47" fmla="*/ 86 h 120"/>
                  <a:gd name="T48" fmla="*/ 98 w 119"/>
                  <a:gd name="T49" fmla="*/ 89 h 120"/>
                  <a:gd name="T50" fmla="*/ 97 w 119"/>
                  <a:gd name="T51" fmla="*/ 75 h 120"/>
                  <a:gd name="T52" fmla="*/ 95 w 119"/>
                  <a:gd name="T53" fmla="*/ 60 h 120"/>
                  <a:gd name="T54" fmla="*/ 97 w 119"/>
                  <a:gd name="T55" fmla="*/ 45 h 120"/>
                  <a:gd name="T56" fmla="*/ 98 w 119"/>
                  <a:gd name="T57" fmla="*/ 31 h 120"/>
                  <a:gd name="T58" fmla="*/ 84 w 119"/>
                  <a:gd name="T59" fmla="*/ 34 h 120"/>
                  <a:gd name="T60" fmla="*/ 66 w 119"/>
                  <a:gd name="T61" fmla="*/ 19 h 120"/>
                  <a:gd name="T62" fmla="*/ 54 w 119"/>
                  <a:gd name="T63" fmla="*/ 12 h 120"/>
                  <a:gd name="T64" fmla="*/ 50 w 119"/>
                  <a:gd name="T65" fmla="*/ 25 h 120"/>
                  <a:gd name="T66" fmla="*/ 28 w 119"/>
                  <a:gd name="T67" fmla="*/ 34 h 120"/>
                  <a:gd name="T68" fmla="*/ 15 w 119"/>
                  <a:gd name="T69" fmla="*/ 41 h 120"/>
                  <a:gd name="T70" fmla="*/ 24 w 119"/>
                  <a:gd name="T71" fmla="*/ 51 h 120"/>
                  <a:gd name="T72" fmla="*/ 24 w 119"/>
                  <a:gd name="T73" fmla="*/ 68 h 120"/>
                  <a:gd name="T74" fmla="*/ 15 w 119"/>
                  <a:gd name="T75" fmla="*/ 78 h 120"/>
                  <a:gd name="T76" fmla="*/ 28 w 119"/>
                  <a:gd name="T77" fmla="*/ 85 h 120"/>
                  <a:gd name="T78" fmla="*/ 50 w 119"/>
                  <a:gd name="T79" fmla="*/ 94 h 120"/>
                  <a:gd name="T80" fmla="*/ 54 w 119"/>
                  <a:gd name="T81" fmla="*/ 108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9" h="120">
                    <a:moveTo>
                      <a:pt x="72" y="120"/>
                    </a:moveTo>
                    <a:cubicBezTo>
                      <a:pt x="48" y="120"/>
                      <a:pt x="48" y="120"/>
                      <a:pt x="48" y="120"/>
                    </a:cubicBezTo>
                    <a:cubicBezTo>
                      <a:pt x="45" y="120"/>
                      <a:pt x="42" y="117"/>
                      <a:pt x="42" y="114"/>
                    </a:cubicBezTo>
                    <a:cubicBezTo>
                      <a:pt x="42" y="104"/>
                      <a:pt x="42" y="104"/>
                      <a:pt x="42" y="104"/>
                    </a:cubicBezTo>
                    <a:cubicBezTo>
                      <a:pt x="38" y="102"/>
                      <a:pt x="34" y="100"/>
                      <a:pt x="30" y="97"/>
                    </a:cubicBezTo>
                    <a:cubicBezTo>
                      <a:pt x="21" y="102"/>
                      <a:pt x="21" y="102"/>
                      <a:pt x="21" y="102"/>
                    </a:cubicBezTo>
                    <a:cubicBezTo>
                      <a:pt x="19" y="104"/>
                      <a:pt x="15" y="103"/>
                      <a:pt x="13" y="100"/>
                    </a:cubicBezTo>
                    <a:cubicBezTo>
                      <a:pt x="1" y="79"/>
                      <a:pt x="1" y="79"/>
                      <a:pt x="1" y="79"/>
                    </a:cubicBezTo>
                    <a:cubicBezTo>
                      <a:pt x="1" y="78"/>
                      <a:pt x="0" y="76"/>
                      <a:pt x="1" y="75"/>
                    </a:cubicBezTo>
                    <a:cubicBezTo>
                      <a:pt x="1" y="73"/>
                      <a:pt x="2" y="72"/>
                      <a:pt x="4" y="71"/>
                    </a:cubicBezTo>
                    <a:cubicBezTo>
                      <a:pt x="12" y="66"/>
                      <a:pt x="12" y="66"/>
                      <a:pt x="12" y="66"/>
                    </a:cubicBezTo>
                    <a:cubicBezTo>
                      <a:pt x="12" y="64"/>
                      <a:pt x="11" y="62"/>
                      <a:pt x="11" y="60"/>
                    </a:cubicBezTo>
                    <a:cubicBezTo>
                      <a:pt x="11" y="57"/>
                      <a:pt x="12" y="55"/>
                      <a:pt x="12" y="53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2" y="47"/>
                      <a:pt x="1" y="46"/>
                      <a:pt x="1" y="45"/>
                    </a:cubicBezTo>
                    <a:cubicBezTo>
                      <a:pt x="0" y="43"/>
                      <a:pt x="1" y="41"/>
                      <a:pt x="2" y="40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5" y="16"/>
                      <a:pt x="19" y="15"/>
                      <a:pt x="22" y="17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4" y="19"/>
                      <a:pt x="38" y="17"/>
                      <a:pt x="42" y="15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2"/>
                      <a:pt x="45" y="0"/>
                      <a:pt x="4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6" y="0"/>
                      <a:pt x="78" y="2"/>
                      <a:pt x="78" y="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82" y="17"/>
                      <a:pt x="86" y="19"/>
                      <a:pt x="89" y="22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8" y="16"/>
                      <a:pt x="100" y="16"/>
                      <a:pt x="102" y="16"/>
                    </a:cubicBezTo>
                    <a:cubicBezTo>
                      <a:pt x="103" y="17"/>
                      <a:pt x="105" y="18"/>
                      <a:pt x="105" y="19"/>
                    </a:cubicBezTo>
                    <a:cubicBezTo>
                      <a:pt x="117" y="40"/>
                      <a:pt x="117" y="40"/>
                      <a:pt x="117" y="40"/>
                    </a:cubicBezTo>
                    <a:cubicBezTo>
                      <a:pt x="119" y="43"/>
                      <a:pt x="118" y="47"/>
                      <a:pt x="115" y="48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07" y="55"/>
                      <a:pt x="107" y="57"/>
                      <a:pt x="107" y="60"/>
                    </a:cubicBezTo>
                    <a:cubicBezTo>
                      <a:pt x="107" y="62"/>
                      <a:pt x="107" y="64"/>
                      <a:pt x="107" y="66"/>
                    </a:cubicBezTo>
                    <a:cubicBezTo>
                      <a:pt x="115" y="71"/>
                      <a:pt x="115" y="71"/>
                      <a:pt x="115" y="71"/>
                    </a:cubicBezTo>
                    <a:cubicBezTo>
                      <a:pt x="118" y="73"/>
                      <a:pt x="119" y="76"/>
                      <a:pt x="117" y="79"/>
                    </a:cubicBezTo>
                    <a:cubicBezTo>
                      <a:pt x="106" y="100"/>
                      <a:pt x="106" y="100"/>
                      <a:pt x="106" y="100"/>
                    </a:cubicBezTo>
                    <a:cubicBezTo>
                      <a:pt x="105" y="101"/>
                      <a:pt x="103" y="102"/>
                      <a:pt x="102" y="103"/>
                    </a:cubicBezTo>
                    <a:cubicBezTo>
                      <a:pt x="100" y="103"/>
                      <a:pt x="99" y="103"/>
                      <a:pt x="97" y="102"/>
                    </a:cubicBezTo>
                    <a:cubicBezTo>
                      <a:pt x="89" y="97"/>
                      <a:pt x="89" y="97"/>
                      <a:pt x="89" y="97"/>
                    </a:cubicBezTo>
                    <a:cubicBezTo>
                      <a:pt x="86" y="100"/>
                      <a:pt x="82" y="102"/>
                      <a:pt x="78" y="10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7"/>
                      <a:pt x="76" y="120"/>
                      <a:pt x="72" y="120"/>
                    </a:cubicBezTo>
                    <a:close/>
                    <a:moveTo>
                      <a:pt x="54" y="108"/>
                    </a:moveTo>
                    <a:cubicBezTo>
                      <a:pt x="66" y="108"/>
                      <a:pt x="66" y="108"/>
                      <a:pt x="66" y="108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6" y="97"/>
                      <a:pt x="68" y="95"/>
                      <a:pt x="70" y="94"/>
                    </a:cubicBezTo>
                    <a:cubicBezTo>
                      <a:pt x="76" y="93"/>
                      <a:pt x="80" y="90"/>
                      <a:pt x="84" y="86"/>
                    </a:cubicBezTo>
                    <a:cubicBezTo>
                      <a:pt x="86" y="84"/>
                      <a:pt x="89" y="84"/>
                      <a:pt x="92" y="85"/>
                    </a:cubicBezTo>
                    <a:cubicBezTo>
                      <a:pt x="98" y="89"/>
                      <a:pt x="98" y="89"/>
                      <a:pt x="98" y="89"/>
                    </a:cubicBezTo>
                    <a:cubicBezTo>
                      <a:pt x="104" y="78"/>
                      <a:pt x="104" y="78"/>
                      <a:pt x="104" y="78"/>
                    </a:cubicBezTo>
                    <a:cubicBezTo>
                      <a:pt x="97" y="75"/>
                      <a:pt x="97" y="75"/>
                      <a:pt x="97" y="75"/>
                    </a:cubicBezTo>
                    <a:cubicBezTo>
                      <a:pt x="95" y="73"/>
                      <a:pt x="94" y="71"/>
                      <a:pt x="94" y="68"/>
                    </a:cubicBezTo>
                    <a:cubicBezTo>
                      <a:pt x="95" y="65"/>
                      <a:pt x="95" y="62"/>
                      <a:pt x="95" y="60"/>
                    </a:cubicBezTo>
                    <a:cubicBezTo>
                      <a:pt x="95" y="57"/>
                      <a:pt x="95" y="54"/>
                      <a:pt x="94" y="51"/>
                    </a:cubicBezTo>
                    <a:cubicBezTo>
                      <a:pt x="94" y="49"/>
                      <a:pt x="95" y="46"/>
                      <a:pt x="97" y="4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98" y="31"/>
                      <a:pt x="98" y="31"/>
                      <a:pt x="98" y="31"/>
                    </a:cubicBezTo>
                    <a:cubicBezTo>
                      <a:pt x="92" y="34"/>
                      <a:pt x="92" y="34"/>
                      <a:pt x="92" y="34"/>
                    </a:cubicBezTo>
                    <a:cubicBezTo>
                      <a:pt x="89" y="36"/>
                      <a:pt x="86" y="35"/>
                      <a:pt x="84" y="34"/>
                    </a:cubicBezTo>
                    <a:cubicBezTo>
                      <a:pt x="80" y="30"/>
                      <a:pt x="76" y="27"/>
                      <a:pt x="70" y="25"/>
                    </a:cubicBezTo>
                    <a:cubicBezTo>
                      <a:pt x="68" y="24"/>
                      <a:pt x="66" y="22"/>
                      <a:pt x="66" y="19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22"/>
                      <a:pt x="53" y="24"/>
                      <a:pt x="50" y="25"/>
                    </a:cubicBezTo>
                    <a:cubicBezTo>
                      <a:pt x="44" y="27"/>
                      <a:pt x="39" y="30"/>
                      <a:pt x="35" y="34"/>
                    </a:cubicBezTo>
                    <a:cubicBezTo>
                      <a:pt x="33" y="35"/>
                      <a:pt x="30" y="36"/>
                      <a:pt x="28" y="34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4" y="46"/>
                      <a:pt x="25" y="49"/>
                      <a:pt x="24" y="51"/>
                    </a:cubicBezTo>
                    <a:cubicBezTo>
                      <a:pt x="24" y="54"/>
                      <a:pt x="23" y="57"/>
                      <a:pt x="23" y="60"/>
                    </a:cubicBezTo>
                    <a:cubicBezTo>
                      <a:pt x="23" y="62"/>
                      <a:pt x="24" y="65"/>
                      <a:pt x="24" y="68"/>
                    </a:cubicBezTo>
                    <a:cubicBezTo>
                      <a:pt x="25" y="71"/>
                      <a:pt x="24" y="73"/>
                      <a:pt x="22" y="75"/>
                    </a:cubicBezTo>
                    <a:cubicBezTo>
                      <a:pt x="15" y="78"/>
                      <a:pt x="15" y="78"/>
                      <a:pt x="15" y="78"/>
                    </a:cubicBezTo>
                    <a:cubicBezTo>
                      <a:pt x="21" y="89"/>
                      <a:pt x="21" y="89"/>
                      <a:pt x="21" y="89"/>
                    </a:cubicBezTo>
                    <a:cubicBezTo>
                      <a:pt x="28" y="85"/>
                      <a:pt x="28" y="85"/>
                      <a:pt x="28" y="85"/>
                    </a:cubicBezTo>
                    <a:cubicBezTo>
                      <a:pt x="30" y="84"/>
                      <a:pt x="33" y="84"/>
                      <a:pt x="35" y="86"/>
                    </a:cubicBezTo>
                    <a:cubicBezTo>
                      <a:pt x="39" y="89"/>
                      <a:pt x="44" y="92"/>
                      <a:pt x="50" y="94"/>
                    </a:cubicBezTo>
                    <a:cubicBezTo>
                      <a:pt x="53" y="95"/>
                      <a:pt x="54" y="97"/>
                      <a:pt x="54" y="100"/>
                    </a:cubicBezTo>
                    <a:lnTo>
                      <a:pt x="54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>
                  <a:ln>
                    <a:noFill/>
                  </a:ln>
                  <a:solidFill>
                    <a:srgbClr val="E6E6D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5" name="Rounded Rectangle 86">
              <a:extLst>
                <a:ext uri="{FF2B5EF4-FFF2-40B4-BE49-F238E27FC236}">
                  <a16:creationId xmlns:a16="http://schemas.microsoft.com/office/drawing/2014/main" id="{2EEC5EAE-F25C-D813-9E7C-7CBC2C17342D}"/>
                </a:ext>
              </a:extLst>
            </p:cNvPr>
            <p:cNvSpPr/>
            <p:nvPr/>
          </p:nvSpPr>
          <p:spPr bwMode="auto">
            <a:xfrm>
              <a:off x="8020133" y="5483000"/>
              <a:ext cx="561051" cy="138499"/>
            </a:xfrm>
            <a:prstGeom prst="roundRect">
              <a:avLst>
                <a:gd name="adj" fmla="val 0"/>
              </a:avLst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>
              <a:defPPr/>
            </a:lstStyle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 panose="020B0503030202060203" pitchFamily="34" charset="77"/>
                  <a:cs typeface="Arial" pitchFamily="34" charset="0"/>
                </a:rPr>
                <a:t>Industry X</a:t>
              </a:r>
              <a:endParaRPr kumimoji="0" lang="pt-BR" sz="90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cs typeface="Arial" pitchFamily="34" charset="0"/>
              </a:endParaRPr>
            </a:p>
          </p:txBody>
        </p:sp>
        <p:grpSp>
          <p:nvGrpSpPr>
            <p:cNvPr id="46" name="Group 11">
              <a:extLst>
                <a:ext uri="{FF2B5EF4-FFF2-40B4-BE49-F238E27FC236}">
                  <a16:creationId xmlns:a16="http://schemas.microsoft.com/office/drawing/2014/main" id="{B5A9491F-7645-6988-A7C1-4FDCFC3CF8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5400000">
              <a:off x="7685830" y="5429627"/>
              <a:ext cx="225042" cy="245245"/>
              <a:chOff x="5711" y="605"/>
              <a:chExt cx="401" cy="437"/>
            </a:xfrm>
            <a:solidFill>
              <a:srgbClr val="FFFFFF"/>
            </a:solidFill>
          </p:grpSpPr>
          <p:sp>
            <p:nvSpPr>
              <p:cNvPr id="48" name="Freeform 12">
                <a:extLst>
                  <a:ext uri="{FF2B5EF4-FFF2-40B4-BE49-F238E27FC236}">
                    <a16:creationId xmlns:a16="http://schemas.microsoft.com/office/drawing/2014/main" id="{8904D506-B14C-CC32-089E-30203D684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8" y="624"/>
                <a:ext cx="164" cy="400"/>
              </a:xfrm>
              <a:custGeom>
                <a:avLst/>
                <a:gdLst>
                  <a:gd name="T0" fmla="*/ 102 w 108"/>
                  <a:gd name="T1" fmla="*/ 264 h 264"/>
                  <a:gd name="T2" fmla="*/ 0 w 108"/>
                  <a:gd name="T3" fmla="*/ 264 h 264"/>
                  <a:gd name="T4" fmla="*/ 0 w 108"/>
                  <a:gd name="T5" fmla="*/ 252 h 264"/>
                  <a:gd name="T6" fmla="*/ 96 w 108"/>
                  <a:gd name="T7" fmla="*/ 252 h 264"/>
                  <a:gd name="T8" fmla="*/ 96 w 108"/>
                  <a:gd name="T9" fmla="*/ 12 h 264"/>
                  <a:gd name="T10" fmla="*/ 48 w 108"/>
                  <a:gd name="T11" fmla="*/ 12 h 264"/>
                  <a:gd name="T12" fmla="*/ 48 w 108"/>
                  <a:gd name="T13" fmla="*/ 0 h 264"/>
                  <a:gd name="T14" fmla="*/ 102 w 108"/>
                  <a:gd name="T15" fmla="*/ 0 h 264"/>
                  <a:gd name="T16" fmla="*/ 108 w 108"/>
                  <a:gd name="T17" fmla="*/ 6 h 264"/>
                  <a:gd name="T18" fmla="*/ 108 w 108"/>
                  <a:gd name="T19" fmla="*/ 258 h 264"/>
                  <a:gd name="T20" fmla="*/ 102 w 108"/>
                  <a:gd name="T21" fmla="*/ 264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264">
                    <a:moveTo>
                      <a:pt x="102" y="264"/>
                    </a:moveTo>
                    <a:cubicBezTo>
                      <a:pt x="0" y="264"/>
                      <a:pt x="0" y="264"/>
                      <a:pt x="0" y="264"/>
                    </a:cubicBezTo>
                    <a:cubicBezTo>
                      <a:pt x="0" y="252"/>
                      <a:pt x="0" y="252"/>
                      <a:pt x="0" y="252"/>
                    </a:cubicBezTo>
                    <a:cubicBezTo>
                      <a:pt x="96" y="252"/>
                      <a:pt x="96" y="252"/>
                      <a:pt x="96" y="252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102" y="0"/>
                      <a:pt x="102" y="0"/>
                      <a:pt x="102" y="0"/>
                    </a:cubicBezTo>
                    <a:cubicBezTo>
                      <a:pt x="106" y="0"/>
                      <a:pt x="108" y="3"/>
                      <a:pt x="108" y="6"/>
                    </a:cubicBezTo>
                    <a:cubicBezTo>
                      <a:pt x="108" y="258"/>
                      <a:pt x="108" y="258"/>
                      <a:pt x="108" y="258"/>
                    </a:cubicBezTo>
                    <a:cubicBezTo>
                      <a:pt x="108" y="261"/>
                      <a:pt x="106" y="264"/>
                      <a:pt x="102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49" name="Freeform 13">
                <a:extLst>
                  <a:ext uri="{FF2B5EF4-FFF2-40B4-BE49-F238E27FC236}">
                    <a16:creationId xmlns:a16="http://schemas.microsoft.com/office/drawing/2014/main" id="{7EBD559A-16CA-8C70-BB4F-76D9D7D2D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0" y="615"/>
                <a:ext cx="128" cy="427"/>
              </a:xfrm>
              <a:custGeom>
                <a:avLst/>
                <a:gdLst>
                  <a:gd name="T0" fmla="*/ 60 w 84"/>
                  <a:gd name="T1" fmla="*/ 282 h 282"/>
                  <a:gd name="T2" fmla="*/ 48 w 84"/>
                  <a:gd name="T3" fmla="*/ 282 h 282"/>
                  <a:gd name="T4" fmla="*/ 48 w 84"/>
                  <a:gd name="T5" fmla="*/ 222 h 282"/>
                  <a:gd name="T6" fmla="*/ 6 w 84"/>
                  <a:gd name="T7" fmla="*/ 222 h 282"/>
                  <a:gd name="T8" fmla="*/ 0 w 84"/>
                  <a:gd name="T9" fmla="*/ 216 h 282"/>
                  <a:gd name="T10" fmla="*/ 0 w 84"/>
                  <a:gd name="T11" fmla="*/ 144 h 282"/>
                  <a:gd name="T12" fmla="*/ 6 w 84"/>
                  <a:gd name="T13" fmla="*/ 138 h 282"/>
                  <a:gd name="T14" fmla="*/ 36 w 84"/>
                  <a:gd name="T15" fmla="*/ 138 h 282"/>
                  <a:gd name="T16" fmla="*/ 36 w 84"/>
                  <a:gd name="T17" fmla="*/ 84 h 282"/>
                  <a:gd name="T18" fmla="*/ 42 w 84"/>
                  <a:gd name="T19" fmla="*/ 78 h 282"/>
                  <a:gd name="T20" fmla="*/ 72 w 84"/>
                  <a:gd name="T21" fmla="*/ 78 h 282"/>
                  <a:gd name="T22" fmla="*/ 72 w 84"/>
                  <a:gd name="T23" fmla="*/ 0 h 282"/>
                  <a:gd name="T24" fmla="*/ 84 w 84"/>
                  <a:gd name="T25" fmla="*/ 0 h 282"/>
                  <a:gd name="T26" fmla="*/ 84 w 84"/>
                  <a:gd name="T27" fmla="*/ 84 h 282"/>
                  <a:gd name="T28" fmla="*/ 78 w 84"/>
                  <a:gd name="T29" fmla="*/ 90 h 282"/>
                  <a:gd name="T30" fmla="*/ 48 w 84"/>
                  <a:gd name="T31" fmla="*/ 90 h 282"/>
                  <a:gd name="T32" fmla="*/ 48 w 84"/>
                  <a:gd name="T33" fmla="*/ 144 h 282"/>
                  <a:gd name="T34" fmla="*/ 42 w 84"/>
                  <a:gd name="T35" fmla="*/ 150 h 282"/>
                  <a:gd name="T36" fmla="*/ 12 w 84"/>
                  <a:gd name="T37" fmla="*/ 150 h 282"/>
                  <a:gd name="T38" fmla="*/ 12 w 84"/>
                  <a:gd name="T39" fmla="*/ 210 h 282"/>
                  <a:gd name="T40" fmla="*/ 54 w 84"/>
                  <a:gd name="T41" fmla="*/ 210 h 282"/>
                  <a:gd name="T42" fmla="*/ 60 w 84"/>
                  <a:gd name="T43" fmla="*/ 216 h 282"/>
                  <a:gd name="T44" fmla="*/ 60 w 84"/>
                  <a:gd name="T45" fmla="*/ 28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4" h="282">
                    <a:moveTo>
                      <a:pt x="60" y="282"/>
                    </a:moveTo>
                    <a:cubicBezTo>
                      <a:pt x="48" y="282"/>
                      <a:pt x="48" y="282"/>
                      <a:pt x="48" y="282"/>
                    </a:cubicBezTo>
                    <a:cubicBezTo>
                      <a:pt x="48" y="222"/>
                      <a:pt x="48" y="222"/>
                      <a:pt x="48" y="222"/>
                    </a:cubicBezTo>
                    <a:cubicBezTo>
                      <a:pt x="6" y="222"/>
                      <a:pt x="6" y="222"/>
                      <a:pt x="6" y="222"/>
                    </a:cubicBezTo>
                    <a:cubicBezTo>
                      <a:pt x="3" y="222"/>
                      <a:pt x="0" y="219"/>
                      <a:pt x="0" y="216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41"/>
                      <a:pt x="3" y="138"/>
                      <a:pt x="6" y="138"/>
                    </a:cubicBezTo>
                    <a:cubicBezTo>
                      <a:pt x="36" y="138"/>
                      <a:pt x="36" y="138"/>
                      <a:pt x="36" y="138"/>
                    </a:cubicBezTo>
                    <a:cubicBezTo>
                      <a:pt x="36" y="84"/>
                      <a:pt x="36" y="84"/>
                      <a:pt x="36" y="84"/>
                    </a:cubicBezTo>
                    <a:cubicBezTo>
                      <a:pt x="36" y="81"/>
                      <a:pt x="39" y="78"/>
                      <a:pt x="42" y="78"/>
                    </a:cubicBezTo>
                    <a:cubicBezTo>
                      <a:pt x="72" y="78"/>
                      <a:pt x="72" y="78"/>
                      <a:pt x="72" y="78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84" y="84"/>
                      <a:pt x="84" y="84"/>
                      <a:pt x="84" y="84"/>
                    </a:cubicBezTo>
                    <a:cubicBezTo>
                      <a:pt x="84" y="87"/>
                      <a:pt x="82" y="90"/>
                      <a:pt x="78" y="90"/>
                    </a:cubicBezTo>
                    <a:cubicBezTo>
                      <a:pt x="48" y="90"/>
                      <a:pt x="48" y="90"/>
                      <a:pt x="48" y="90"/>
                    </a:cubicBezTo>
                    <a:cubicBezTo>
                      <a:pt x="48" y="144"/>
                      <a:pt x="48" y="144"/>
                      <a:pt x="48" y="144"/>
                    </a:cubicBezTo>
                    <a:cubicBezTo>
                      <a:pt x="48" y="147"/>
                      <a:pt x="46" y="150"/>
                      <a:pt x="42" y="150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210"/>
                      <a:pt x="12" y="210"/>
                      <a:pt x="12" y="210"/>
                    </a:cubicBezTo>
                    <a:cubicBezTo>
                      <a:pt x="54" y="210"/>
                      <a:pt x="54" y="210"/>
                      <a:pt x="54" y="210"/>
                    </a:cubicBezTo>
                    <a:cubicBezTo>
                      <a:pt x="58" y="210"/>
                      <a:pt x="60" y="213"/>
                      <a:pt x="60" y="216"/>
                    </a:cubicBezTo>
                    <a:lnTo>
                      <a:pt x="60" y="2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50" name="Freeform 14">
                <a:extLst>
                  <a:ext uri="{FF2B5EF4-FFF2-40B4-BE49-F238E27FC236}">
                    <a16:creationId xmlns:a16="http://schemas.microsoft.com/office/drawing/2014/main" id="{CA9039E6-9E43-05B5-856A-BF473961E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75" y="605"/>
                <a:ext cx="127" cy="75"/>
              </a:xfrm>
              <a:custGeom>
                <a:avLst/>
                <a:gdLst>
                  <a:gd name="T0" fmla="*/ 6 w 84"/>
                  <a:gd name="T1" fmla="*/ 48 h 49"/>
                  <a:gd name="T2" fmla="*/ 2 w 84"/>
                  <a:gd name="T3" fmla="*/ 46 h 49"/>
                  <a:gd name="T4" fmla="*/ 2 w 84"/>
                  <a:gd name="T5" fmla="*/ 38 h 49"/>
                  <a:gd name="T6" fmla="*/ 38 w 84"/>
                  <a:gd name="T7" fmla="*/ 2 h 49"/>
                  <a:gd name="T8" fmla="*/ 42 w 84"/>
                  <a:gd name="T9" fmla="*/ 0 h 49"/>
                  <a:gd name="T10" fmla="*/ 42 w 84"/>
                  <a:gd name="T11" fmla="*/ 0 h 49"/>
                  <a:gd name="T12" fmla="*/ 47 w 84"/>
                  <a:gd name="T13" fmla="*/ 2 h 49"/>
                  <a:gd name="T14" fmla="*/ 82 w 84"/>
                  <a:gd name="T15" fmla="*/ 38 h 49"/>
                  <a:gd name="T16" fmla="*/ 82 w 84"/>
                  <a:gd name="T17" fmla="*/ 46 h 49"/>
                  <a:gd name="T18" fmla="*/ 74 w 84"/>
                  <a:gd name="T19" fmla="*/ 46 h 49"/>
                  <a:gd name="T20" fmla="*/ 42 w 84"/>
                  <a:gd name="T21" fmla="*/ 15 h 49"/>
                  <a:gd name="T22" fmla="*/ 10 w 84"/>
                  <a:gd name="T23" fmla="*/ 46 h 49"/>
                  <a:gd name="T24" fmla="*/ 6 w 84"/>
                  <a:gd name="T25" fmla="*/ 4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49">
                    <a:moveTo>
                      <a:pt x="6" y="48"/>
                    </a:moveTo>
                    <a:cubicBezTo>
                      <a:pt x="5" y="48"/>
                      <a:pt x="3" y="47"/>
                      <a:pt x="2" y="46"/>
                    </a:cubicBezTo>
                    <a:cubicBezTo>
                      <a:pt x="0" y="44"/>
                      <a:pt x="0" y="40"/>
                      <a:pt x="2" y="38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39" y="1"/>
                      <a:pt x="41" y="0"/>
                      <a:pt x="42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7" y="2"/>
                    </a:cubicBezTo>
                    <a:cubicBezTo>
                      <a:pt x="82" y="38"/>
                      <a:pt x="82" y="38"/>
                      <a:pt x="82" y="38"/>
                    </a:cubicBezTo>
                    <a:cubicBezTo>
                      <a:pt x="84" y="40"/>
                      <a:pt x="84" y="44"/>
                      <a:pt x="82" y="46"/>
                    </a:cubicBezTo>
                    <a:cubicBezTo>
                      <a:pt x="80" y="49"/>
                      <a:pt x="76" y="49"/>
                      <a:pt x="74" y="46"/>
                    </a:cubicBezTo>
                    <a:cubicBezTo>
                      <a:pt x="42" y="15"/>
                      <a:pt x="42" y="15"/>
                      <a:pt x="42" y="15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9" y="47"/>
                      <a:pt x="8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51" name="Rectangle 15">
                <a:extLst>
                  <a:ext uri="{FF2B5EF4-FFF2-40B4-BE49-F238E27FC236}">
                    <a16:creationId xmlns:a16="http://schemas.microsoft.com/office/drawing/2014/main" id="{16210DF5-229D-9747-C5FA-3F4192FFC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6" y="633"/>
                <a:ext cx="18" cy="1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52" name="Freeform 16">
                <a:extLst>
                  <a:ext uri="{FF2B5EF4-FFF2-40B4-BE49-F238E27FC236}">
                    <a16:creationId xmlns:a16="http://schemas.microsoft.com/office/drawing/2014/main" id="{EF88DC2B-5413-9F8E-4DC6-C435F3E26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0" y="696"/>
                <a:ext cx="119" cy="91"/>
              </a:xfrm>
              <a:custGeom>
                <a:avLst/>
                <a:gdLst>
                  <a:gd name="T0" fmla="*/ 72 w 78"/>
                  <a:gd name="T1" fmla="*/ 60 h 60"/>
                  <a:gd name="T2" fmla="*/ 0 w 78"/>
                  <a:gd name="T3" fmla="*/ 60 h 60"/>
                  <a:gd name="T4" fmla="*/ 0 w 78"/>
                  <a:gd name="T5" fmla="*/ 48 h 60"/>
                  <a:gd name="T6" fmla="*/ 66 w 78"/>
                  <a:gd name="T7" fmla="*/ 48 h 60"/>
                  <a:gd name="T8" fmla="*/ 66 w 78"/>
                  <a:gd name="T9" fmla="*/ 0 h 60"/>
                  <a:gd name="T10" fmla="*/ 78 w 78"/>
                  <a:gd name="T11" fmla="*/ 0 h 60"/>
                  <a:gd name="T12" fmla="*/ 78 w 78"/>
                  <a:gd name="T13" fmla="*/ 54 h 60"/>
                  <a:gd name="T14" fmla="*/ 72 w 78"/>
                  <a:gd name="T1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60">
                    <a:moveTo>
                      <a:pt x="72" y="6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78" y="57"/>
                      <a:pt x="76" y="60"/>
                      <a:pt x="72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53" name="Freeform 17">
                <a:extLst>
                  <a:ext uri="{FF2B5EF4-FFF2-40B4-BE49-F238E27FC236}">
                    <a16:creationId xmlns:a16="http://schemas.microsoft.com/office/drawing/2014/main" id="{B4C620A8-C9A2-CB8A-3C7F-A6628B7B1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57" y="878"/>
                <a:ext cx="109" cy="91"/>
              </a:xfrm>
              <a:custGeom>
                <a:avLst/>
                <a:gdLst>
                  <a:gd name="T0" fmla="*/ 72 w 72"/>
                  <a:gd name="T1" fmla="*/ 60 h 60"/>
                  <a:gd name="T2" fmla="*/ 60 w 72"/>
                  <a:gd name="T3" fmla="*/ 60 h 60"/>
                  <a:gd name="T4" fmla="*/ 60 w 72"/>
                  <a:gd name="T5" fmla="*/ 12 h 60"/>
                  <a:gd name="T6" fmla="*/ 0 w 72"/>
                  <a:gd name="T7" fmla="*/ 12 h 60"/>
                  <a:gd name="T8" fmla="*/ 0 w 72"/>
                  <a:gd name="T9" fmla="*/ 0 h 60"/>
                  <a:gd name="T10" fmla="*/ 66 w 72"/>
                  <a:gd name="T11" fmla="*/ 0 h 60"/>
                  <a:gd name="T12" fmla="*/ 72 w 72"/>
                  <a:gd name="T13" fmla="*/ 6 h 60"/>
                  <a:gd name="T14" fmla="*/ 72 w 72"/>
                  <a:gd name="T1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2" h="60">
                    <a:moveTo>
                      <a:pt x="72" y="60"/>
                    </a:moveTo>
                    <a:cubicBezTo>
                      <a:pt x="60" y="60"/>
                      <a:pt x="60" y="60"/>
                      <a:pt x="60" y="60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70" y="0"/>
                      <a:pt x="72" y="3"/>
                      <a:pt x="72" y="6"/>
                    </a:cubicBezTo>
                    <a:lnTo>
                      <a:pt x="7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54" name="Freeform 18">
                <a:extLst>
                  <a:ext uri="{FF2B5EF4-FFF2-40B4-BE49-F238E27FC236}">
                    <a16:creationId xmlns:a16="http://schemas.microsoft.com/office/drawing/2014/main" id="{C8AA0228-F549-DED0-FBC6-73DCD10DC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1" y="624"/>
                <a:ext cx="146" cy="400"/>
              </a:xfrm>
              <a:custGeom>
                <a:avLst/>
                <a:gdLst>
                  <a:gd name="T0" fmla="*/ 90 w 96"/>
                  <a:gd name="T1" fmla="*/ 264 h 264"/>
                  <a:gd name="T2" fmla="*/ 6 w 96"/>
                  <a:gd name="T3" fmla="*/ 264 h 264"/>
                  <a:gd name="T4" fmla="*/ 0 w 96"/>
                  <a:gd name="T5" fmla="*/ 258 h 264"/>
                  <a:gd name="T6" fmla="*/ 0 w 96"/>
                  <a:gd name="T7" fmla="*/ 6 h 264"/>
                  <a:gd name="T8" fmla="*/ 6 w 96"/>
                  <a:gd name="T9" fmla="*/ 0 h 264"/>
                  <a:gd name="T10" fmla="*/ 96 w 96"/>
                  <a:gd name="T11" fmla="*/ 0 h 264"/>
                  <a:gd name="T12" fmla="*/ 96 w 96"/>
                  <a:gd name="T13" fmla="*/ 12 h 264"/>
                  <a:gd name="T14" fmla="*/ 12 w 96"/>
                  <a:gd name="T15" fmla="*/ 12 h 264"/>
                  <a:gd name="T16" fmla="*/ 12 w 96"/>
                  <a:gd name="T17" fmla="*/ 252 h 264"/>
                  <a:gd name="T18" fmla="*/ 84 w 96"/>
                  <a:gd name="T19" fmla="*/ 252 h 264"/>
                  <a:gd name="T20" fmla="*/ 84 w 96"/>
                  <a:gd name="T21" fmla="*/ 240 h 264"/>
                  <a:gd name="T22" fmla="*/ 42 w 96"/>
                  <a:gd name="T23" fmla="*/ 240 h 264"/>
                  <a:gd name="T24" fmla="*/ 36 w 96"/>
                  <a:gd name="T25" fmla="*/ 234 h 264"/>
                  <a:gd name="T26" fmla="*/ 36 w 96"/>
                  <a:gd name="T27" fmla="*/ 132 h 264"/>
                  <a:gd name="T28" fmla="*/ 48 w 96"/>
                  <a:gd name="T29" fmla="*/ 132 h 264"/>
                  <a:gd name="T30" fmla="*/ 48 w 96"/>
                  <a:gd name="T31" fmla="*/ 228 h 264"/>
                  <a:gd name="T32" fmla="*/ 90 w 96"/>
                  <a:gd name="T33" fmla="*/ 228 h 264"/>
                  <a:gd name="T34" fmla="*/ 96 w 96"/>
                  <a:gd name="T35" fmla="*/ 234 h 264"/>
                  <a:gd name="T36" fmla="*/ 96 w 96"/>
                  <a:gd name="T37" fmla="*/ 258 h 264"/>
                  <a:gd name="T38" fmla="*/ 90 w 96"/>
                  <a:gd name="T39" fmla="*/ 264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6" h="264">
                    <a:moveTo>
                      <a:pt x="90" y="264"/>
                    </a:moveTo>
                    <a:cubicBezTo>
                      <a:pt x="6" y="264"/>
                      <a:pt x="6" y="264"/>
                      <a:pt x="6" y="264"/>
                    </a:cubicBezTo>
                    <a:cubicBezTo>
                      <a:pt x="3" y="264"/>
                      <a:pt x="0" y="261"/>
                      <a:pt x="0" y="25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252"/>
                      <a:pt x="12" y="252"/>
                      <a:pt x="12" y="252"/>
                    </a:cubicBezTo>
                    <a:cubicBezTo>
                      <a:pt x="84" y="252"/>
                      <a:pt x="84" y="252"/>
                      <a:pt x="84" y="252"/>
                    </a:cubicBezTo>
                    <a:cubicBezTo>
                      <a:pt x="84" y="240"/>
                      <a:pt x="84" y="240"/>
                      <a:pt x="84" y="240"/>
                    </a:cubicBezTo>
                    <a:cubicBezTo>
                      <a:pt x="42" y="240"/>
                      <a:pt x="42" y="240"/>
                      <a:pt x="42" y="240"/>
                    </a:cubicBezTo>
                    <a:cubicBezTo>
                      <a:pt x="39" y="240"/>
                      <a:pt x="36" y="237"/>
                      <a:pt x="36" y="234"/>
                    </a:cubicBezTo>
                    <a:cubicBezTo>
                      <a:pt x="36" y="132"/>
                      <a:pt x="36" y="132"/>
                      <a:pt x="36" y="132"/>
                    </a:cubicBezTo>
                    <a:cubicBezTo>
                      <a:pt x="48" y="132"/>
                      <a:pt x="48" y="132"/>
                      <a:pt x="48" y="132"/>
                    </a:cubicBezTo>
                    <a:cubicBezTo>
                      <a:pt x="48" y="228"/>
                      <a:pt x="48" y="228"/>
                      <a:pt x="48" y="228"/>
                    </a:cubicBezTo>
                    <a:cubicBezTo>
                      <a:pt x="90" y="228"/>
                      <a:pt x="90" y="228"/>
                      <a:pt x="90" y="228"/>
                    </a:cubicBezTo>
                    <a:cubicBezTo>
                      <a:pt x="94" y="228"/>
                      <a:pt x="96" y="231"/>
                      <a:pt x="96" y="234"/>
                    </a:cubicBezTo>
                    <a:cubicBezTo>
                      <a:pt x="96" y="258"/>
                      <a:pt x="96" y="258"/>
                      <a:pt x="96" y="258"/>
                    </a:cubicBezTo>
                    <a:cubicBezTo>
                      <a:pt x="96" y="261"/>
                      <a:pt x="94" y="264"/>
                      <a:pt x="9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55" name="Freeform 19">
                <a:extLst>
                  <a:ext uri="{FF2B5EF4-FFF2-40B4-BE49-F238E27FC236}">
                    <a16:creationId xmlns:a16="http://schemas.microsoft.com/office/drawing/2014/main" id="{344417AF-5B58-9578-41DA-C3EC60934B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02" y="842"/>
                <a:ext cx="55" cy="173"/>
              </a:xfrm>
              <a:custGeom>
                <a:avLst/>
                <a:gdLst>
                  <a:gd name="T0" fmla="*/ 12 w 36"/>
                  <a:gd name="T1" fmla="*/ 114 h 114"/>
                  <a:gd name="T2" fmla="*/ 0 w 36"/>
                  <a:gd name="T3" fmla="*/ 114 h 114"/>
                  <a:gd name="T4" fmla="*/ 0 w 36"/>
                  <a:gd name="T5" fmla="*/ 6 h 114"/>
                  <a:gd name="T6" fmla="*/ 6 w 36"/>
                  <a:gd name="T7" fmla="*/ 0 h 114"/>
                  <a:gd name="T8" fmla="*/ 36 w 36"/>
                  <a:gd name="T9" fmla="*/ 0 h 114"/>
                  <a:gd name="T10" fmla="*/ 36 w 36"/>
                  <a:gd name="T11" fmla="*/ 12 h 114"/>
                  <a:gd name="T12" fmla="*/ 12 w 36"/>
                  <a:gd name="T13" fmla="*/ 12 h 114"/>
                  <a:gd name="T14" fmla="*/ 12 w 36"/>
                  <a:gd name="T15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" h="114">
                    <a:moveTo>
                      <a:pt x="12" y="114"/>
                    </a:moveTo>
                    <a:cubicBezTo>
                      <a:pt x="0" y="114"/>
                      <a:pt x="0" y="114"/>
                      <a:pt x="0" y="11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56" name="Rectangle 20">
                <a:extLst>
                  <a:ext uri="{FF2B5EF4-FFF2-40B4-BE49-F238E27FC236}">
                    <a16:creationId xmlns:a16="http://schemas.microsoft.com/office/drawing/2014/main" id="{E3C34E57-6A75-478B-083C-66185437A1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7" y="951"/>
                <a:ext cx="46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57" name="Rectangle 21">
                <a:extLst>
                  <a:ext uri="{FF2B5EF4-FFF2-40B4-BE49-F238E27FC236}">
                    <a16:creationId xmlns:a16="http://schemas.microsoft.com/office/drawing/2014/main" id="{82C02F71-F5D1-9983-ACDC-616774EB4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7" y="897"/>
                <a:ext cx="46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58" name="Freeform 22">
                <a:extLst>
                  <a:ext uri="{FF2B5EF4-FFF2-40B4-BE49-F238E27FC236}">
                    <a16:creationId xmlns:a16="http://schemas.microsoft.com/office/drawing/2014/main" id="{A865C20E-6D41-2A3F-B005-4C4534CE4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0" y="787"/>
                <a:ext cx="173" cy="55"/>
              </a:xfrm>
              <a:custGeom>
                <a:avLst/>
                <a:gdLst>
                  <a:gd name="T0" fmla="*/ 12 w 114"/>
                  <a:gd name="T1" fmla="*/ 36 h 36"/>
                  <a:gd name="T2" fmla="*/ 0 w 114"/>
                  <a:gd name="T3" fmla="*/ 36 h 36"/>
                  <a:gd name="T4" fmla="*/ 0 w 114"/>
                  <a:gd name="T5" fmla="*/ 6 h 36"/>
                  <a:gd name="T6" fmla="*/ 6 w 114"/>
                  <a:gd name="T7" fmla="*/ 0 h 36"/>
                  <a:gd name="T8" fmla="*/ 114 w 114"/>
                  <a:gd name="T9" fmla="*/ 0 h 36"/>
                  <a:gd name="T10" fmla="*/ 114 w 114"/>
                  <a:gd name="T11" fmla="*/ 12 h 36"/>
                  <a:gd name="T12" fmla="*/ 12 w 114"/>
                  <a:gd name="T13" fmla="*/ 12 h 36"/>
                  <a:gd name="T14" fmla="*/ 12 w 114"/>
                  <a:gd name="T1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4" h="36">
                    <a:moveTo>
                      <a:pt x="12" y="36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4" y="12"/>
                      <a:pt x="114" y="12"/>
                      <a:pt x="11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59" name="Freeform 23">
                <a:extLst>
                  <a:ext uri="{FF2B5EF4-FFF2-40B4-BE49-F238E27FC236}">
                    <a16:creationId xmlns:a16="http://schemas.microsoft.com/office/drawing/2014/main" id="{7F14668B-3A8E-C8ED-5A6A-2A9D55E1E2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4" y="696"/>
                <a:ext cx="73" cy="101"/>
              </a:xfrm>
              <a:custGeom>
                <a:avLst/>
                <a:gdLst>
                  <a:gd name="T0" fmla="*/ 12 w 48"/>
                  <a:gd name="T1" fmla="*/ 66 h 66"/>
                  <a:gd name="T2" fmla="*/ 0 w 48"/>
                  <a:gd name="T3" fmla="*/ 66 h 66"/>
                  <a:gd name="T4" fmla="*/ 0 w 48"/>
                  <a:gd name="T5" fmla="*/ 6 h 66"/>
                  <a:gd name="T6" fmla="*/ 6 w 48"/>
                  <a:gd name="T7" fmla="*/ 0 h 66"/>
                  <a:gd name="T8" fmla="*/ 42 w 48"/>
                  <a:gd name="T9" fmla="*/ 0 h 66"/>
                  <a:gd name="T10" fmla="*/ 48 w 48"/>
                  <a:gd name="T11" fmla="*/ 6 h 66"/>
                  <a:gd name="T12" fmla="*/ 48 w 48"/>
                  <a:gd name="T13" fmla="*/ 36 h 66"/>
                  <a:gd name="T14" fmla="*/ 36 w 48"/>
                  <a:gd name="T15" fmla="*/ 36 h 66"/>
                  <a:gd name="T16" fmla="*/ 36 w 48"/>
                  <a:gd name="T17" fmla="*/ 12 h 66"/>
                  <a:gd name="T18" fmla="*/ 12 w 48"/>
                  <a:gd name="T19" fmla="*/ 12 h 66"/>
                  <a:gd name="T20" fmla="*/ 12 w 48"/>
                  <a:gd name="T21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66">
                    <a:moveTo>
                      <a:pt x="12" y="66"/>
                    </a:moveTo>
                    <a:cubicBezTo>
                      <a:pt x="0" y="66"/>
                      <a:pt x="0" y="66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0019B98-8497-2D55-0AF6-1C88C17164BB}"/>
                </a:ext>
              </a:extLst>
            </p:cNvPr>
            <p:cNvSpPr txBox="1"/>
            <p:nvPr/>
          </p:nvSpPr>
          <p:spPr>
            <a:xfrm>
              <a:off x="609190" y="5471458"/>
              <a:ext cx="914400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pt-BR" sz="1050" i="1" noProof="0" dirty="0">
                  <a:solidFill>
                    <a:schemeClr val="bg1"/>
                  </a:solidFill>
                </a:rPr>
                <a:t>Serviços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C4FC410-B1EA-93AD-27F1-469BBB31F725}"/>
              </a:ext>
            </a:extLst>
          </p:cNvPr>
          <p:cNvGrpSpPr/>
          <p:nvPr/>
        </p:nvGrpSpPr>
        <p:grpSpPr>
          <a:xfrm>
            <a:off x="609190" y="5918796"/>
            <a:ext cx="8440788" cy="316873"/>
            <a:chOff x="609190" y="5869561"/>
            <a:chExt cx="8440788" cy="316873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6976711-7A4F-5069-8BAC-E725703C7027}"/>
                </a:ext>
              </a:extLst>
            </p:cNvPr>
            <p:cNvSpPr/>
            <p:nvPr/>
          </p:nvSpPr>
          <p:spPr bwMode="auto">
            <a:xfrm>
              <a:off x="1874160" y="5869561"/>
              <a:ext cx="1188747" cy="316873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/>
            </a:lstStyle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u="none" strike="noStrike" kern="0" cap="none" spc="-2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 panose="020B0503030202060203" pitchFamily="34" charset="77"/>
                  <a:cs typeface="Arial" pitchFamily="34" charset="0"/>
                </a:rPr>
                <a:t>Communications, Media &amp; Technology</a:t>
              </a:r>
              <a:endParaRPr kumimoji="0" lang="pt-BR" sz="900" u="none" strike="noStrike" kern="0" cap="none" spc="-2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cs typeface="Arial" pitchFamily="34" charset="0"/>
              </a:endParaRPr>
            </a:p>
          </p:txBody>
        </p:sp>
        <p:grpSp>
          <p:nvGrpSpPr>
            <p:cNvPr id="79" name="Group 54">
              <a:extLst>
                <a:ext uri="{FF2B5EF4-FFF2-40B4-BE49-F238E27FC236}">
                  <a16:creationId xmlns:a16="http://schemas.microsoft.com/office/drawing/2014/main" id="{F9DA7A96-D008-3D45-ACF5-412A58A805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23590" y="5920296"/>
              <a:ext cx="258483" cy="215403"/>
              <a:chOff x="5525" y="476"/>
              <a:chExt cx="426" cy="355"/>
            </a:xfrm>
            <a:solidFill>
              <a:schemeClr val="bg1"/>
            </a:solidFill>
          </p:grpSpPr>
          <p:sp>
            <p:nvSpPr>
              <p:cNvPr id="117" name="Freeform 55">
                <a:extLst>
                  <a:ext uri="{FF2B5EF4-FFF2-40B4-BE49-F238E27FC236}">
                    <a16:creationId xmlns:a16="http://schemas.microsoft.com/office/drawing/2014/main" id="{3B00B8B7-07D5-2274-1BD4-1879F932E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9" y="547"/>
                <a:ext cx="90" cy="284"/>
              </a:xfrm>
              <a:custGeom>
                <a:avLst/>
                <a:gdLst>
                  <a:gd name="T0" fmla="*/ 54 w 61"/>
                  <a:gd name="T1" fmla="*/ 192 h 192"/>
                  <a:gd name="T2" fmla="*/ 52 w 61"/>
                  <a:gd name="T3" fmla="*/ 192 h 192"/>
                  <a:gd name="T4" fmla="*/ 0 w 61"/>
                  <a:gd name="T5" fmla="*/ 109 h 192"/>
                  <a:gd name="T6" fmla="*/ 0 w 61"/>
                  <a:gd name="T7" fmla="*/ 6 h 192"/>
                  <a:gd name="T8" fmla="*/ 6 w 61"/>
                  <a:gd name="T9" fmla="*/ 0 h 192"/>
                  <a:gd name="T10" fmla="*/ 12 w 61"/>
                  <a:gd name="T11" fmla="*/ 6 h 192"/>
                  <a:gd name="T12" fmla="*/ 12 w 61"/>
                  <a:gd name="T13" fmla="*/ 109 h 192"/>
                  <a:gd name="T14" fmla="*/ 57 w 61"/>
                  <a:gd name="T15" fmla="*/ 181 h 192"/>
                  <a:gd name="T16" fmla="*/ 60 w 61"/>
                  <a:gd name="T17" fmla="*/ 189 h 192"/>
                  <a:gd name="T18" fmla="*/ 54 w 61"/>
                  <a:gd name="T19" fmla="*/ 19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" h="192">
                    <a:moveTo>
                      <a:pt x="54" y="192"/>
                    </a:moveTo>
                    <a:cubicBezTo>
                      <a:pt x="54" y="192"/>
                      <a:pt x="53" y="192"/>
                      <a:pt x="52" y="192"/>
                    </a:cubicBezTo>
                    <a:cubicBezTo>
                      <a:pt x="20" y="176"/>
                      <a:pt x="0" y="144"/>
                      <a:pt x="0" y="10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109"/>
                      <a:pt x="12" y="109"/>
                      <a:pt x="12" y="109"/>
                    </a:cubicBezTo>
                    <a:cubicBezTo>
                      <a:pt x="12" y="140"/>
                      <a:pt x="30" y="167"/>
                      <a:pt x="57" y="181"/>
                    </a:cubicBezTo>
                    <a:cubicBezTo>
                      <a:pt x="60" y="183"/>
                      <a:pt x="61" y="186"/>
                      <a:pt x="60" y="189"/>
                    </a:cubicBezTo>
                    <a:cubicBezTo>
                      <a:pt x="59" y="191"/>
                      <a:pt x="57" y="192"/>
                      <a:pt x="54" y="1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18" name="Freeform 56">
                <a:extLst>
                  <a:ext uri="{FF2B5EF4-FFF2-40B4-BE49-F238E27FC236}">
                    <a16:creationId xmlns:a16="http://schemas.microsoft.com/office/drawing/2014/main" id="{2DACE385-4515-DDB5-1217-0110D192F1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98" y="582"/>
                <a:ext cx="53" cy="89"/>
              </a:xfrm>
              <a:custGeom>
                <a:avLst/>
                <a:gdLst>
                  <a:gd name="T0" fmla="*/ 12 w 36"/>
                  <a:gd name="T1" fmla="*/ 60 h 60"/>
                  <a:gd name="T2" fmla="*/ 6 w 36"/>
                  <a:gd name="T3" fmla="*/ 60 h 60"/>
                  <a:gd name="T4" fmla="*/ 0 w 36"/>
                  <a:gd name="T5" fmla="*/ 54 h 60"/>
                  <a:gd name="T6" fmla="*/ 0 w 36"/>
                  <a:gd name="T7" fmla="*/ 6 h 60"/>
                  <a:gd name="T8" fmla="*/ 6 w 36"/>
                  <a:gd name="T9" fmla="*/ 0 h 60"/>
                  <a:gd name="T10" fmla="*/ 12 w 36"/>
                  <a:gd name="T11" fmla="*/ 0 h 60"/>
                  <a:gd name="T12" fmla="*/ 36 w 36"/>
                  <a:gd name="T13" fmla="*/ 24 h 60"/>
                  <a:gd name="T14" fmla="*/ 36 w 36"/>
                  <a:gd name="T15" fmla="*/ 36 h 60"/>
                  <a:gd name="T16" fmla="*/ 12 w 36"/>
                  <a:gd name="T17" fmla="*/ 60 h 60"/>
                  <a:gd name="T18" fmla="*/ 12 w 36"/>
                  <a:gd name="T19" fmla="*/ 48 h 60"/>
                  <a:gd name="T20" fmla="*/ 13 w 36"/>
                  <a:gd name="T21" fmla="*/ 48 h 60"/>
                  <a:gd name="T22" fmla="*/ 12 w 36"/>
                  <a:gd name="T23" fmla="*/ 48 h 60"/>
                  <a:gd name="T24" fmla="*/ 12 w 36"/>
                  <a:gd name="T25" fmla="*/ 12 h 60"/>
                  <a:gd name="T26" fmla="*/ 12 w 36"/>
                  <a:gd name="T27" fmla="*/ 48 h 60"/>
                  <a:gd name="T28" fmla="*/ 24 w 36"/>
                  <a:gd name="T29" fmla="*/ 36 h 60"/>
                  <a:gd name="T30" fmla="*/ 24 w 36"/>
                  <a:gd name="T31" fmla="*/ 24 h 60"/>
                  <a:gd name="T32" fmla="*/ 12 w 36"/>
                  <a:gd name="T33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" h="60">
                    <a:moveTo>
                      <a:pt x="1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8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26" y="0"/>
                      <a:pt x="36" y="11"/>
                      <a:pt x="36" y="24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50"/>
                      <a:pt x="26" y="60"/>
                      <a:pt x="12" y="60"/>
                    </a:cubicBezTo>
                    <a:close/>
                    <a:moveTo>
                      <a:pt x="12" y="48"/>
                    </a:moveTo>
                    <a:cubicBezTo>
                      <a:pt x="13" y="48"/>
                      <a:pt x="13" y="48"/>
                      <a:pt x="13" y="48"/>
                    </a:cubicBezTo>
                    <a:lnTo>
                      <a:pt x="12" y="48"/>
                    </a:lnTo>
                    <a:close/>
                    <a:moveTo>
                      <a:pt x="12" y="12"/>
                    </a:moveTo>
                    <a:cubicBezTo>
                      <a:pt x="12" y="48"/>
                      <a:pt x="12" y="48"/>
                      <a:pt x="12" y="48"/>
                    </a:cubicBezTo>
                    <a:cubicBezTo>
                      <a:pt x="19" y="48"/>
                      <a:pt x="24" y="43"/>
                      <a:pt x="24" y="36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18"/>
                      <a:pt x="19" y="12"/>
                      <a:pt x="1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19" name="Freeform 57">
                <a:extLst>
                  <a:ext uri="{FF2B5EF4-FFF2-40B4-BE49-F238E27FC236}">
                    <a16:creationId xmlns:a16="http://schemas.microsoft.com/office/drawing/2014/main" id="{FD12D2D1-2257-9402-B547-4FFACC47F9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25" y="476"/>
                <a:ext cx="390" cy="301"/>
              </a:xfrm>
              <a:custGeom>
                <a:avLst/>
                <a:gdLst>
                  <a:gd name="T0" fmla="*/ 258 w 264"/>
                  <a:gd name="T1" fmla="*/ 204 h 204"/>
                  <a:gd name="T2" fmla="*/ 256 w 264"/>
                  <a:gd name="T3" fmla="*/ 204 h 204"/>
                  <a:gd name="T4" fmla="*/ 245 w 264"/>
                  <a:gd name="T5" fmla="*/ 199 h 204"/>
                  <a:gd name="T6" fmla="*/ 54 w 264"/>
                  <a:gd name="T7" fmla="*/ 156 h 204"/>
                  <a:gd name="T8" fmla="*/ 42 w 264"/>
                  <a:gd name="T9" fmla="*/ 156 h 204"/>
                  <a:gd name="T10" fmla="*/ 0 w 264"/>
                  <a:gd name="T11" fmla="*/ 114 h 204"/>
                  <a:gd name="T12" fmla="*/ 0 w 264"/>
                  <a:gd name="T13" fmla="*/ 90 h 204"/>
                  <a:gd name="T14" fmla="*/ 42 w 264"/>
                  <a:gd name="T15" fmla="*/ 48 h 204"/>
                  <a:gd name="T16" fmla="*/ 54 w 264"/>
                  <a:gd name="T17" fmla="*/ 48 h 204"/>
                  <a:gd name="T18" fmla="*/ 245 w 264"/>
                  <a:gd name="T19" fmla="*/ 6 h 204"/>
                  <a:gd name="T20" fmla="*/ 256 w 264"/>
                  <a:gd name="T21" fmla="*/ 1 h 204"/>
                  <a:gd name="T22" fmla="*/ 262 w 264"/>
                  <a:gd name="T23" fmla="*/ 1 h 204"/>
                  <a:gd name="T24" fmla="*/ 264 w 264"/>
                  <a:gd name="T25" fmla="*/ 6 h 204"/>
                  <a:gd name="T26" fmla="*/ 264 w 264"/>
                  <a:gd name="T27" fmla="*/ 198 h 204"/>
                  <a:gd name="T28" fmla="*/ 262 w 264"/>
                  <a:gd name="T29" fmla="*/ 203 h 204"/>
                  <a:gd name="T30" fmla="*/ 258 w 264"/>
                  <a:gd name="T31" fmla="*/ 204 h 204"/>
                  <a:gd name="T32" fmla="*/ 42 w 264"/>
                  <a:gd name="T33" fmla="*/ 60 h 204"/>
                  <a:gd name="T34" fmla="*/ 12 w 264"/>
                  <a:gd name="T35" fmla="*/ 90 h 204"/>
                  <a:gd name="T36" fmla="*/ 12 w 264"/>
                  <a:gd name="T37" fmla="*/ 114 h 204"/>
                  <a:gd name="T38" fmla="*/ 42 w 264"/>
                  <a:gd name="T39" fmla="*/ 144 h 204"/>
                  <a:gd name="T40" fmla="*/ 54 w 264"/>
                  <a:gd name="T41" fmla="*/ 144 h 204"/>
                  <a:gd name="T42" fmla="*/ 250 w 264"/>
                  <a:gd name="T43" fmla="*/ 188 h 204"/>
                  <a:gd name="T44" fmla="*/ 252 w 264"/>
                  <a:gd name="T45" fmla="*/ 189 h 204"/>
                  <a:gd name="T46" fmla="*/ 252 w 264"/>
                  <a:gd name="T47" fmla="*/ 16 h 204"/>
                  <a:gd name="T48" fmla="*/ 250 w 264"/>
                  <a:gd name="T49" fmla="*/ 17 h 204"/>
                  <a:gd name="T50" fmla="*/ 54 w 264"/>
                  <a:gd name="T51" fmla="*/ 60 h 204"/>
                  <a:gd name="T52" fmla="*/ 42 w 264"/>
                  <a:gd name="T53" fmla="*/ 6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64" h="204">
                    <a:moveTo>
                      <a:pt x="258" y="204"/>
                    </a:moveTo>
                    <a:cubicBezTo>
                      <a:pt x="258" y="204"/>
                      <a:pt x="257" y="204"/>
                      <a:pt x="256" y="204"/>
                    </a:cubicBezTo>
                    <a:cubicBezTo>
                      <a:pt x="252" y="202"/>
                      <a:pt x="249" y="201"/>
                      <a:pt x="245" y="199"/>
                    </a:cubicBezTo>
                    <a:cubicBezTo>
                      <a:pt x="198" y="177"/>
                      <a:pt x="153" y="156"/>
                      <a:pt x="54" y="156"/>
                    </a:cubicBezTo>
                    <a:cubicBezTo>
                      <a:pt x="42" y="156"/>
                      <a:pt x="42" y="156"/>
                      <a:pt x="42" y="156"/>
                    </a:cubicBezTo>
                    <a:cubicBezTo>
                      <a:pt x="19" y="156"/>
                      <a:pt x="0" y="138"/>
                      <a:pt x="0" y="114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67"/>
                      <a:pt x="19" y="48"/>
                      <a:pt x="42" y="48"/>
                    </a:cubicBezTo>
                    <a:cubicBezTo>
                      <a:pt x="54" y="48"/>
                      <a:pt x="54" y="48"/>
                      <a:pt x="54" y="48"/>
                    </a:cubicBezTo>
                    <a:cubicBezTo>
                      <a:pt x="153" y="48"/>
                      <a:pt x="197" y="28"/>
                      <a:pt x="245" y="6"/>
                    </a:cubicBezTo>
                    <a:cubicBezTo>
                      <a:pt x="249" y="4"/>
                      <a:pt x="252" y="3"/>
                      <a:pt x="256" y="1"/>
                    </a:cubicBezTo>
                    <a:cubicBezTo>
                      <a:pt x="258" y="0"/>
                      <a:pt x="260" y="0"/>
                      <a:pt x="262" y="1"/>
                    </a:cubicBezTo>
                    <a:cubicBezTo>
                      <a:pt x="263" y="2"/>
                      <a:pt x="264" y="4"/>
                      <a:pt x="264" y="6"/>
                    </a:cubicBezTo>
                    <a:cubicBezTo>
                      <a:pt x="264" y="198"/>
                      <a:pt x="264" y="198"/>
                      <a:pt x="264" y="198"/>
                    </a:cubicBezTo>
                    <a:cubicBezTo>
                      <a:pt x="264" y="200"/>
                      <a:pt x="263" y="202"/>
                      <a:pt x="262" y="203"/>
                    </a:cubicBezTo>
                    <a:cubicBezTo>
                      <a:pt x="261" y="204"/>
                      <a:pt x="260" y="204"/>
                      <a:pt x="258" y="204"/>
                    </a:cubicBezTo>
                    <a:close/>
                    <a:moveTo>
                      <a:pt x="42" y="60"/>
                    </a:moveTo>
                    <a:cubicBezTo>
                      <a:pt x="26" y="60"/>
                      <a:pt x="12" y="74"/>
                      <a:pt x="12" y="90"/>
                    </a:cubicBezTo>
                    <a:cubicBezTo>
                      <a:pt x="12" y="114"/>
                      <a:pt x="12" y="114"/>
                      <a:pt x="12" y="114"/>
                    </a:cubicBezTo>
                    <a:cubicBezTo>
                      <a:pt x="12" y="131"/>
                      <a:pt x="26" y="144"/>
                      <a:pt x="42" y="144"/>
                    </a:cubicBezTo>
                    <a:cubicBezTo>
                      <a:pt x="54" y="144"/>
                      <a:pt x="54" y="144"/>
                      <a:pt x="54" y="144"/>
                    </a:cubicBezTo>
                    <a:cubicBezTo>
                      <a:pt x="155" y="144"/>
                      <a:pt x="201" y="166"/>
                      <a:pt x="250" y="188"/>
                    </a:cubicBezTo>
                    <a:cubicBezTo>
                      <a:pt x="251" y="188"/>
                      <a:pt x="252" y="189"/>
                      <a:pt x="252" y="189"/>
                    </a:cubicBezTo>
                    <a:cubicBezTo>
                      <a:pt x="252" y="16"/>
                      <a:pt x="252" y="16"/>
                      <a:pt x="252" y="16"/>
                    </a:cubicBezTo>
                    <a:cubicBezTo>
                      <a:pt x="252" y="16"/>
                      <a:pt x="251" y="17"/>
                      <a:pt x="250" y="17"/>
                    </a:cubicBezTo>
                    <a:cubicBezTo>
                      <a:pt x="201" y="39"/>
                      <a:pt x="155" y="60"/>
                      <a:pt x="54" y="60"/>
                    </a:cubicBezTo>
                    <a:lnTo>
                      <a:pt x="4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</p:grp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FB9AF43-9B5E-72E9-F9B7-D073834ADE8E}"/>
                </a:ext>
              </a:extLst>
            </p:cNvPr>
            <p:cNvSpPr/>
            <p:nvPr/>
          </p:nvSpPr>
          <p:spPr bwMode="auto">
            <a:xfrm>
              <a:off x="3683777" y="5869561"/>
              <a:ext cx="1318095" cy="316873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/>
            </a:lstStyle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u="none" strike="noStrike" kern="0" cap="none" spc="-2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 panose="020B0503030202060203" pitchFamily="34" charset="77"/>
                  <a:cs typeface="Arial" pitchFamily="34" charset="0"/>
                </a:rPr>
                <a:t>Financial Services</a:t>
              </a:r>
              <a:endParaRPr kumimoji="0" lang="pt-BR" sz="900" u="none" strike="noStrike" kern="0" cap="none" spc="-2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cs typeface="Arial" pitchFamily="34" charset="0"/>
              </a:endParaRPr>
            </a:p>
          </p:txBody>
        </p:sp>
        <p:grpSp>
          <p:nvGrpSpPr>
            <p:cNvPr id="81" name="Group 4">
              <a:extLst>
                <a:ext uri="{FF2B5EF4-FFF2-40B4-BE49-F238E27FC236}">
                  <a16:creationId xmlns:a16="http://schemas.microsoft.com/office/drawing/2014/main" id="{0861201D-51AF-98B9-0996-AB56794A3B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38283" y="5916820"/>
              <a:ext cx="254368" cy="222354"/>
              <a:chOff x="4666" y="633"/>
              <a:chExt cx="437" cy="382"/>
            </a:xfrm>
            <a:solidFill>
              <a:schemeClr val="bg1"/>
            </a:solidFill>
          </p:grpSpPr>
          <p:sp>
            <p:nvSpPr>
              <p:cNvPr id="113" name="Freeform 5">
                <a:extLst>
                  <a:ext uri="{FF2B5EF4-FFF2-40B4-BE49-F238E27FC236}">
                    <a16:creationId xmlns:a16="http://schemas.microsoft.com/office/drawing/2014/main" id="{2F21904C-FCF6-E823-FBAB-158E0875B0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66" y="706"/>
                <a:ext cx="437" cy="309"/>
              </a:xfrm>
              <a:custGeom>
                <a:avLst/>
                <a:gdLst>
                  <a:gd name="T0" fmla="*/ 246 w 288"/>
                  <a:gd name="T1" fmla="*/ 204 h 204"/>
                  <a:gd name="T2" fmla="*/ 42 w 288"/>
                  <a:gd name="T3" fmla="*/ 204 h 204"/>
                  <a:gd name="T4" fmla="*/ 0 w 288"/>
                  <a:gd name="T5" fmla="*/ 162 h 204"/>
                  <a:gd name="T6" fmla="*/ 0 w 288"/>
                  <a:gd name="T7" fmla="*/ 42 h 204"/>
                  <a:gd name="T8" fmla="*/ 42 w 288"/>
                  <a:gd name="T9" fmla="*/ 0 h 204"/>
                  <a:gd name="T10" fmla="*/ 246 w 288"/>
                  <a:gd name="T11" fmla="*/ 0 h 204"/>
                  <a:gd name="T12" fmla="*/ 288 w 288"/>
                  <a:gd name="T13" fmla="*/ 42 h 204"/>
                  <a:gd name="T14" fmla="*/ 288 w 288"/>
                  <a:gd name="T15" fmla="*/ 162 h 204"/>
                  <a:gd name="T16" fmla="*/ 246 w 288"/>
                  <a:gd name="T17" fmla="*/ 204 h 204"/>
                  <a:gd name="T18" fmla="*/ 42 w 288"/>
                  <a:gd name="T19" fmla="*/ 12 h 204"/>
                  <a:gd name="T20" fmla="*/ 12 w 288"/>
                  <a:gd name="T21" fmla="*/ 42 h 204"/>
                  <a:gd name="T22" fmla="*/ 12 w 288"/>
                  <a:gd name="T23" fmla="*/ 162 h 204"/>
                  <a:gd name="T24" fmla="*/ 42 w 288"/>
                  <a:gd name="T25" fmla="*/ 192 h 204"/>
                  <a:gd name="T26" fmla="*/ 246 w 288"/>
                  <a:gd name="T27" fmla="*/ 192 h 204"/>
                  <a:gd name="T28" fmla="*/ 276 w 288"/>
                  <a:gd name="T29" fmla="*/ 162 h 204"/>
                  <a:gd name="T30" fmla="*/ 276 w 288"/>
                  <a:gd name="T31" fmla="*/ 42 h 204"/>
                  <a:gd name="T32" fmla="*/ 246 w 288"/>
                  <a:gd name="T33" fmla="*/ 12 h 204"/>
                  <a:gd name="T34" fmla="*/ 42 w 288"/>
                  <a:gd name="T35" fmla="*/ 1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8" h="204">
                    <a:moveTo>
                      <a:pt x="246" y="204"/>
                    </a:moveTo>
                    <a:cubicBezTo>
                      <a:pt x="42" y="204"/>
                      <a:pt x="42" y="204"/>
                      <a:pt x="42" y="204"/>
                    </a:cubicBezTo>
                    <a:cubicBezTo>
                      <a:pt x="19" y="204"/>
                      <a:pt x="0" y="185"/>
                      <a:pt x="0" y="16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246" y="0"/>
                      <a:pt x="246" y="0"/>
                      <a:pt x="246" y="0"/>
                    </a:cubicBezTo>
                    <a:cubicBezTo>
                      <a:pt x="269" y="0"/>
                      <a:pt x="288" y="19"/>
                      <a:pt x="288" y="42"/>
                    </a:cubicBezTo>
                    <a:cubicBezTo>
                      <a:pt x="288" y="162"/>
                      <a:pt x="288" y="162"/>
                      <a:pt x="288" y="162"/>
                    </a:cubicBezTo>
                    <a:cubicBezTo>
                      <a:pt x="288" y="185"/>
                      <a:pt x="269" y="204"/>
                      <a:pt x="246" y="204"/>
                    </a:cubicBezTo>
                    <a:close/>
                    <a:moveTo>
                      <a:pt x="42" y="12"/>
                    </a:moveTo>
                    <a:cubicBezTo>
                      <a:pt x="25" y="12"/>
                      <a:pt x="12" y="25"/>
                      <a:pt x="12" y="42"/>
                    </a:cubicBezTo>
                    <a:cubicBezTo>
                      <a:pt x="12" y="162"/>
                      <a:pt x="12" y="162"/>
                      <a:pt x="12" y="162"/>
                    </a:cubicBezTo>
                    <a:cubicBezTo>
                      <a:pt x="12" y="179"/>
                      <a:pt x="25" y="192"/>
                      <a:pt x="42" y="192"/>
                    </a:cubicBezTo>
                    <a:cubicBezTo>
                      <a:pt x="246" y="192"/>
                      <a:pt x="246" y="192"/>
                      <a:pt x="246" y="192"/>
                    </a:cubicBezTo>
                    <a:cubicBezTo>
                      <a:pt x="263" y="192"/>
                      <a:pt x="276" y="179"/>
                      <a:pt x="276" y="162"/>
                    </a:cubicBezTo>
                    <a:cubicBezTo>
                      <a:pt x="276" y="42"/>
                      <a:pt x="276" y="42"/>
                      <a:pt x="276" y="42"/>
                    </a:cubicBezTo>
                    <a:cubicBezTo>
                      <a:pt x="276" y="25"/>
                      <a:pt x="263" y="12"/>
                      <a:pt x="246" y="12"/>
                    </a:cubicBezTo>
                    <a:lnTo>
                      <a:pt x="4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14" name="Freeform 6">
                <a:extLst>
                  <a:ext uri="{FF2B5EF4-FFF2-40B4-BE49-F238E27FC236}">
                    <a16:creationId xmlns:a16="http://schemas.microsoft.com/office/drawing/2014/main" id="{A9BBD389-6247-76DE-D154-37B5172CD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2" y="633"/>
                <a:ext cx="146" cy="91"/>
              </a:xfrm>
              <a:custGeom>
                <a:avLst/>
                <a:gdLst>
                  <a:gd name="T0" fmla="*/ 90 w 96"/>
                  <a:gd name="T1" fmla="*/ 60 h 60"/>
                  <a:gd name="T2" fmla="*/ 84 w 96"/>
                  <a:gd name="T3" fmla="*/ 54 h 60"/>
                  <a:gd name="T4" fmla="*/ 84 w 96"/>
                  <a:gd name="T5" fmla="*/ 30 h 60"/>
                  <a:gd name="T6" fmla="*/ 66 w 96"/>
                  <a:gd name="T7" fmla="*/ 12 h 60"/>
                  <a:gd name="T8" fmla="*/ 30 w 96"/>
                  <a:gd name="T9" fmla="*/ 12 h 60"/>
                  <a:gd name="T10" fmla="*/ 12 w 96"/>
                  <a:gd name="T11" fmla="*/ 30 h 60"/>
                  <a:gd name="T12" fmla="*/ 12 w 96"/>
                  <a:gd name="T13" fmla="*/ 54 h 60"/>
                  <a:gd name="T14" fmla="*/ 6 w 96"/>
                  <a:gd name="T15" fmla="*/ 60 h 60"/>
                  <a:gd name="T16" fmla="*/ 0 w 96"/>
                  <a:gd name="T17" fmla="*/ 54 h 60"/>
                  <a:gd name="T18" fmla="*/ 0 w 96"/>
                  <a:gd name="T19" fmla="*/ 30 h 60"/>
                  <a:gd name="T20" fmla="*/ 30 w 96"/>
                  <a:gd name="T21" fmla="*/ 0 h 60"/>
                  <a:gd name="T22" fmla="*/ 66 w 96"/>
                  <a:gd name="T23" fmla="*/ 0 h 60"/>
                  <a:gd name="T24" fmla="*/ 96 w 96"/>
                  <a:gd name="T25" fmla="*/ 30 h 60"/>
                  <a:gd name="T26" fmla="*/ 96 w 96"/>
                  <a:gd name="T27" fmla="*/ 54 h 60"/>
                  <a:gd name="T28" fmla="*/ 90 w 96"/>
                  <a:gd name="T29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6" h="60">
                    <a:moveTo>
                      <a:pt x="90" y="60"/>
                    </a:moveTo>
                    <a:cubicBezTo>
                      <a:pt x="87" y="60"/>
                      <a:pt x="84" y="57"/>
                      <a:pt x="84" y="54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4" y="20"/>
                      <a:pt x="76" y="12"/>
                      <a:pt x="66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2" y="57"/>
                      <a:pt x="9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3"/>
                      <a:pt x="13" y="0"/>
                      <a:pt x="30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83" y="0"/>
                      <a:pt x="96" y="13"/>
                      <a:pt x="96" y="30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6" y="57"/>
                      <a:pt x="93" y="60"/>
                      <a:pt x="90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15" name="Freeform 7">
                <a:extLst>
                  <a:ext uri="{FF2B5EF4-FFF2-40B4-BE49-F238E27FC236}">
                    <a16:creationId xmlns:a16="http://schemas.microsoft.com/office/drawing/2014/main" id="{4172728C-0A8D-CC5C-197A-3E192F790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" y="786"/>
                <a:ext cx="88" cy="156"/>
              </a:xfrm>
              <a:custGeom>
                <a:avLst/>
                <a:gdLst>
                  <a:gd name="T0" fmla="*/ 29 w 58"/>
                  <a:gd name="T1" fmla="*/ 103 h 103"/>
                  <a:gd name="T2" fmla="*/ 0 w 58"/>
                  <a:gd name="T3" fmla="*/ 75 h 103"/>
                  <a:gd name="T4" fmla="*/ 6 w 58"/>
                  <a:gd name="T5" fmla="*/ 69 h 103"/>
                  <a:gd name="T6" fmla="*/ 12 w 58"/>
                  <a:gd name="T7" fmla="*/ 75 h 103"/>
                  <a:gd name="T8" fmla="*/ 29 w 58"/>
                  <a:gd name="T9" fmla="*/ 91 h 103"/>
                  <a:gd name="T10" fmla="*/ 46 w 58"/>
                  <a:gd name="T11" fmla="*/ 75 h 103"/>
                  <a:gd name="T12" fmla="*/ 29 w 58"/>
                  <a:gd name="T13" fmla="*/ 58 h 103"/>
                  <a:gd name="T14" fmla="*/ 0 w 58"/>
                  <a:gd name="T15" fmla="*/ 29 h 103"/>
                  <a:gd name="T16" fmla="*/ 29 w 58"/>
                  <a:gd name="T17" fmla="*/ 0 h 103"/>
                  <a:gd name="T18" fmla="*/ 58 w 58"/>
                  <a:gd name="T19" fmla="*/ 29 h 103"/>
                  <a:gd name="T20" fmla="*/ 52 w 58"/>
                  <a:gd name="T21" fmla="*/ 35 h 103"/>
                  <a:gd name="T22" fmla="*/ 46 w 58"/>
                  <a:gd name="T23" fmla="*/ 29 h 103"/>
                  <a:gd name="T24" fmla="*/ 29 w 58"/>
                  <a:gd name="T25" fmla="*/ 12 h 103"/>
                  <a:gd name="T26" fmla="*/ 12 w 58"/>
                  <a:gd name="T27" fmla="*/ 29 h 103"/>
                  <a:gd name="T28" fmla="*/ 29 w 58"/>
                  <a:gd name="T29" fmla="*/ 46 h 103"/>
                  <a:gd name="T30" fmla="*/ 58 w 58"/>
                  <a:gd name="T31" fmla="*/ 75 h 103"/>
                  <a:gd name="T32" fmla="*/ 29 w 58"/>
                  <a:gd name="T33" fmla="*/ 10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8" h="103">
                    <a:moveTo>
                      <a:pt x="29" y="103"/>
                    </a:moveTo>
                    <a:cubicBezTo>
                      <a:pt x="13" y="103"/>
                      <a:pt x="0" y="90"/>
                      <a:pt x="0" y="75"/>
                    </a:cubicBezTo>
                    <a:cubicBezTo>
                      <a:pt x="0" y="71"/>
                      <a:pt x="3" y="69"/>
                      <a:pt x="6" y="69"/>
                    </a:cubicBezTo>
                    <a:cubicBezTo>
                      <a:pt x="10" y="69"/>
                      <a:pt x="12" y="71"/>
                      <a:pt x="12" y="75"/>
                    </a:cubicBezTo>
                    <a:cubicBezTo>
                      <a:pt x="12" y="84"/>
                      <a:pt x="20" y="91"/>
                      <a:pt x="29" y="91"/>
                    </a:cubicBezTo>
                    <a:cubicBezTo>
                      <a:pt x="38" y="91"/>
                      <a:pt x="46" y="84"/>
                      <a:pt x="46" y="75"/>
                    </a:cubicBezTo>
                    <a:cubicBezTo>
                      <a:pt x="46" y="65"/>
                      <a:pt x="38" y="58"/>
                      <a:pt x="29" y="58"/>
                    </a:cubicBezTo>
                    <a:cubicBezTo>
                      <a:pt x="13" y="58"/>
                      <a:pt x="0" y="45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29"/>
                    </a:cubicBezTo>
                    <a:cubicBezTo>
                      <a:pt x="58" y="32"/>
                      <a:pt x="55" y="35"/>
                      <a:pt x="52" y="35"/>
                    </a:cubicBezTo>
                    <a:cubicBezTo>
                      <a:pt x="49" y="35"/>
                      <a:pt x="46" y="32"/>
                      <a:pt x="46" y="29"/>
                    </a:cubicBezTo>
                    <a:cubicBezTo>
                      <a:pt x="46" y="20"/>
                      <a:pt x="38" y="12"/>
                      <a:pt x="29" y="12"/>
                    </a:cubicBezTo>
                    <a:cubicBezTo>
                      <a:pt x="20" y="12"/>
                      <a:pt x="12" y="20"/>
                      <a:pt x="12" y="29"/>
                    </a:cubicBezTo>
                    <a:cubicBezTo>
                      <a:pt x="12" y="38"/>
                      <a:pt x="20" y="46"/>
                      <a:pt x="29" y="46"/>
                    </a:cubicBezTo>
                    <a:cubicBezTo>
                      <a:pt x="45" y="46"/>
                      <a:pt x="58" y="59"/>
                      <a:pt x="58" y="75"/>
                    </a:cubicBezTo>
                    <a:cubicBezTo>
                      <a:pt x="58" y="90"/>
                      <a:pt x="45" y="103"/>
                      <a:pt x="29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16" name="Freeform 8">
                <a:extLst>
                  <a:ext uri="{FF2B5EF4-FFF2-40B4-BE49-F238E27FC236}">
                    <a16:creationId xmlns:a16="http://schemas.microsoft.com/office/drawing/2014/main" id="{DCDDF19D-1C73-925C-3302-BF76E04E7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7" y="760"/>
                <a:ext cx="36" cy="209"/>
              </a:xfrm>
              <a:custGeom>
                <a:avLst/>
                <a:gdLst>
                  <a:gd name="T0" fmla="*/ 6 w 24"/>
                  <a:gd name="T1" fmla="*/ 138 h 138"/>
                  <a:gd name="T2" fmla="*/ 5 w 24"/>
                  <a:gd name="T3" fmla="*/ 138 h 138"/>
                  <a:gd name="T4" fmla="*/ 0 w 24"/>
                  <a:gd name="T5" fmla="*/ 131 h 138"/>
                  <a:gd name="T6" fmla="*/ 12 w 24"/>
                  <a:gd name="T7" fmla="*/ 5 h 138"/>
                  <a:gd name="T8" fmla="*/ 19 w 24"/>
                  <a:gd name="T9" fmla="*/ 0 h 138"/>
                  <a:gd name="T10" fmla="*/ 24 w 24"/>
                  <a:gd name="T11" fmla="*/ 7 h 138"/>
                  <a:gd name="T12" fmla="*/ 12 w 24"/>
                  <a:gd name="T13" fmla="*/ 133 h 138"/>
                  <a:gd name="T14" fmla="*/ 6 w 24"/>
                  <a:gd name="T15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138">
                    <a:moveTo>
                      <a:pt x="6" y="138"/>
                    </a:moveTo>
                    <a:cubicBezTo>
                      <a:pt x="6" y="138"/>
                      <a:pt x="6" y="138"/>
                      <a:pt x="5" y="138"/>
                    </a:cubicBezTo>
                    <a:cubicBezTo>
                      <a:pt x="2" y="138"/>
                      <a:pt x="0" y="135"/>
                      <a:pt x="0" y="131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2"/>
                      <a:pt x="15" y="0"/>
                      <a:pt x="19" y="0"/>
                    </a:cubicBezTo>
                    <a:cubicBezTo>
                      <a:pt x="22" y="0"/>
                      <a:pt x="24" y="3"/>
                      <a:pt x="24" y="7"/>
                    </a:cubicBezTo>
                    <a:cubicBezTo>
                      <a:pt x="12" y="133"/>
                      <a:pt x="12" y="133"/>
                      <a:pt x="12" y="133"/>
                    </a:cubicBezTo>
                    <a:cubicBezTo>
                      <a:pt x="12" y="136"/>
                      <a:pt x="9" y="138"/>
                      <a:pt x="6" y="1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</p:grpSp>
        <p:sp>
          <p:nvSpPr>
            <p:cNvPr id="82" name="Rectangle 669">
              <a:extLst>
                <a:ext uri="{FF2B5EF4-FFF2-40B4-BE49-F238E27FC236}">
                  <a16:creationId xmlns:a16="http://schemas.microsoft.com/office/drawing/2014/main" id="{52F07967-C6C4-E547-166D-896A8B631123}"/>
                </a:ext>
              </a:extLst>
            </p:cNvPr>
            <p:cNvSpPr/>
            <p:nvPr/>
          </p:nvSpPr>
          <p:spPr bwMode="auto">
            <a:xfrm>
              <a:off x="5204524" y="5869561"/>
              <a:ext cx="1247187" cy="316873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/>
            </a:lstStyle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u="none" strike="noStrike" kern="0" cap="none" spc="-2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 panose="020B0503030202060203" pitchFamily="34" charset="77"/>
                  <a:cs typeface="Arial" pitchFamily="34" charset="0"/>
                </a:rPr>
                <a:t>Health &amp; Public Services</a:t>
              </a:r>
              <a:endParaRPr kumimoji="0" lang="pt-BR" sz="900" u="none" strike="noStrike" kern="0" cap="none" spc="-2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cs typeface="Arial" pitchFamily="34" charset="0"/>
              </a:endParaRPr>
            </a:p>
          </p:txBody>
        </p:sp>
        <p:grpSp>
          <p:nvGrpSpPr>
            <p:cNvPr id="83" name="Group 71">
              <a:extLst>
                <a:ext uri="{FF2B5EF4-FFF2-40B4-BE49-F238E27FC236}">
                  <a16:creationId xmlns:a16="http://schemas.microsoft.com/office/drawing/2014/main" id="{9D1B51D9-4024-FCFD-7846-9D308DA94A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56109" y="5898414"/>
              <a:ext cx="277366" cy="259167"/>
              <a:chOff x="517" y="1953"/>
              <a:chExt cx="442" cy="413"/>
            </a:xfrm>
            <a:solidFill>
              <a:srgbClr val="FFFFFF"/>
            </a:solidFill>
          </p:grpSpPr>
          <p:sp>
            <p:nvSpPr>
              <p:cNvPr id="110" name="Freeform 72">
                <a:extLst>
                  <a:ext uri="{FF2B5EF4-FFF2-40B4-BE49-F238E27FC236}">
                    <a16:creationId xmlns:a16="http://schemas.microsoft.com/office/drawing/2014/main" id="{70221979-5120-5234-FD72-2CF12F185F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" y="2116"/>
                <a:ext cx="442" cy="145"/>
              </a:xfrm>
              <a:custGeom>
                <a:avLst/>
                <a:gdLst>
                  <a:gd name="T0" fmla="*/ 174 w 288"/>
                  <a:gd name="T1" fmla="*/ 97 h 97"/>
                  <a:gd name="T2" fmla="*/ 173 w 288"/>
                  <a:gd name="T3" fmla="*/ 97 h 97"/>
                  <a:gd name="T4" fmla="*/ 168 w 288"/>
                  <a:gd name="T5" fmla="*/ 92 h 97"/>
                  <a:gd name="T6" fmla="*/ 148 w 288"/>
                  <a:gd name="T7" fmla="*/ 23 h 97"/>
                  <a:gd name="T8" fmla="*/ 125 w 288"/>
                  <a:gd name="T9" fmla="*/ 69 h 97"/>
                  <a:gd name="T10" fmla="*/ 120 w 288"/>
                  <a:gd name="T11" fmla="*/ 73 h 97"/>
                  <a:gd name="T12" fmla="*/ 115 w 288"/>
                  <a:gd name="T13" fmla="*/ 70 h 97"/>
                  <a:gd name="T14" fmla="*/ 95 w 288"/>
                  <a:gd name="T15" fmla="*/ 41 h 97"/>
                  <a:gd name="T16" fmla="*/ 82 w 288"/>
                  <a:gd name="T17" fmla="*/ 58 h 97"/>
                  <a:gd name="T18" fmla="*/ 78 w 288"/>
                  <a:gd name="T19" fmla="*/ 61 h 97"/>
                  <a:gd name="T20" fmla="*/ 6 w 288"/>
                  <a:gd name="T21" fmla="*/ 61 h 97"/>
                  <a:gd name="T22" fmla="*/ 0 w 288"/>
                  <a:gd name="T23" fmla="*/ 55 h 97"/>
                  <a:gd name="T24" fmla="*/ 6 w 288"/>
                  <a:gd name="T25" fmla="*/ 49 h 97"/>
                  <a:gd name="T26" fmla="*/ 75 w 288"/>
                  <a:gd name="T27" fmla="*/ 49 h 97"/>
                  <a:gd name="T28" fmla="*/ 91 w 288"/>
                  <a:gd name="T29" fmla="*/ 27 h 97"/>
                  <a:gd name="T30" fmla="*/ 96 w 288"/>
                  <a:gd name="T31" fmla="*/ 25 h 97"/>
                  <a:gd name="T32" fmla="*/ 101 w 288"/>
                  <a:gd name="T33" fmla="*/ 27 h 97"/>
                  <a:gd name="T34" fmla="*/ 119 w 288"/>
                  <a:gd name="T35" fmla="*/ 55 h 97"/>
                  <a:gd name="T36" fmla="*/ 144 w 288"/>
                  <a:gd name="T37" fmla="*/ 4 h 97"/>
                  <a:gd name="T38" fmla="*/ 150 w 288"/>
                  <a:gd name="T39" fmla="*/ 1 h 97"/>
                  <a:gd name="T40" fmla="*/ 155 w 288"/>
                  <a:gd name="T41" fmla="*/ 5 h 97"/>
                  <a:gd name="T42" fmla="*/ 175 w 288"/>
                  <a:gd name="T43" fmla="*/ 74 h 97"/>
                  <a:gd name="T44" fmla="*/ 186 w 288"/>
                  <a:gd name="T45" fmla="*/ 52 h 97"/>
                  <a:gd name="T46" fmla="*/ 192 w 288"/>
                  <a:gd name="T47" fmla="*/ 49 h 97"/>
                  <a:gd name="T48" fmla="*/ 282 w 288"/>
                  <a:gd name="T49" fmla="*/ 49 h 97"/>
                  <a:gd name="T50" fmla="*/ 288 w 288"/>
                  <a:gd name="T51" fmla="*/ 55 h 97"/>
                  <a:gd name="T52" fmla="*/ 282 w 288"/>
                  <a:gd name="T53" fmla="*/ 61 h 97"/>
                  <a:gd name="T54" fmla="*/ 195 w 288"/>
                  <a:gd name="T55" fmla="*/ 61 h 97"/>
                  <a:gd name="T56" fmla="*/ 179 w 288"/>
                  <a:gd name="T57" fmla="*/ 93 h 97"/>
                  <a:gd name="T58" fmla="*/ 174 w 288"/>
                  <a:gd name="T59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" h="97">
                    <a:moveTo>
                      <a:pt x="174" y="97"/>
                    </a:moveTo>
                    <a:cubicBezTo>
                      <a:pt x="173" y="97"/>
                      <a:pt x="173" y="97"/>
                      <a:pt x="173" y="97"/>
                    </a:cubicBezTo>
                    <a:cubicBezTo>
                      <a:pt x="171" y="96"/>
                      <a:pt x="169" y="95"/>
                      <a:pt x="168" y="92"/>
                    </a:cubicBezTo>
                    <a:cubicBezTo>
                      <a:pt x="148" y="23"/>
                      <a:pt x="148" y="23"/>
                      <a:pt x="148" y="23"/>
                    </a:cubicBezTo>
                    <a:cubicBezTo>
                      <a:pt x="125" y="69"/>
                      <a:pt x="125" y="69"/>
                      <a:pt x="125" y="69"/>
                    </a:cubicBezTo>
                    <a:cubicBezTo>
                      <a:pt x="124" y="71"/>
                      <a:pt x="122" y="73"/>
                      <a:pt x="120" y="73"/>
                    </a:cubicBezTo>
                    <a:cubicBezTo>
                      <a:pt x="118" y="73"/>
                      <a:pt x="116" y="72"/>
                      <a:pt x="115" y="70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1" y="60"/>
                      <a:pt x="80" y="61"/>
                      <a:pt x="78" y="61"/>
                    </a:cubicBezTo>
                    <a:cubicBezTo>
                      <a:pt x="6" y="61"/>
                      <a:pt x="6" y="61"/>
                      <a:pt x="6" y="61"/>
                    </a:cubicBezTo>
                    <a:cubicBezTo>
                      <a:pt x="2" y="61"/>
                      <a:pt x="0" y="58"/>
                      <a:pt x="0" y="55"/>
                    </a:cubicBezTo>
                    <a:cubicBezTo>
                      <a:pt x="0" y="51"/>
                      <a:pt x="2" y="49"/>
                      <a:pt x="6" y="49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91" y="27"/>
                      <a:pt x="91" y="27"/>
                      <a:pt x="91" y="27"/>
                    </a:cubicBezTo>
                    <a:cubicBezTo>
                      <a:pt x="92" y="26"/>
                      <a:pt x="94" y="25"/>
                      <a:pt x="96" y="25"/>
                    </a:cubicBezTo>
                    <a:cubicBezTo>
                      <a:pt x="98" y="25"/>
                      <a:pt x="100" y="26"/>
                      <a:pt x="101" y="27"/>
                    </a:cubicBezTo>
                    <a:cubicBezTo>
                      <a:pt x="119" y="55"/>
                      <a:pt x="119" y="55"/>
                      <a:pt x="119" y="55"/>
                    </a:cubicBezTo>
                    <a:cubicBezTo>
                      <a:pt x="144" y="4"/>
                      <a:pt x="144" y="4"/>
                      <a:pt x="144" y="4"/>
                    </a:cubicBezTo>
                    <a:cubicBezTo>
                      <a:pt x="145" y="2"/>
                      <a:pt x="148" y="0"/>
                      <a:pt x="150" y="1"/>
                    </a:cubicBezTo>
                    <a:cubicBezTo>
                      <a:pt x="153" y="1"/>
                      <a:pt x="155" y="3"/>
                      <a:pt x="155" y="5"/>
                    </a:cubicBezTo>
                    <a:cubicBezTo>
                      <a:pt x="175" y="74"/>
                      <a:pt x="175" y="74"/>
                      <a:pt x="175" y="74"/>
                    </a:cubicBezTo>
                    <a:cubicBezTo>
                      <a:pt x="186" y="52"/>
                      <a:pt x="186" y="52"/>
                      <a:pt x="186" y="52"/>
                    </a:cubicBezTo>
                    <a:cubicBezTo>
                      <a:pt x="187" y="50"/>
                      <a:pt x="189" y="49"/>
                      <a:pt x="192" y="49"/>
                    </a:cubicBezTo>
                    <a:cubicBezTo>
                      <a:pt x="282" y="49"/>
                      <a:pt x="282" y="49"/>
                      <a:pt x="282" y="49"/>
                    </a:cubicBezTo>
                    <a:cubicBezTo>
                      <a:pt x="285" y="49"/>
                      <a:pt x="288" y="51"/>
                      <a:pt x="288" y="55"/>
                    </a:cubicBezTo>
                    <a:cubicBezTo>
                      <a:pt x="288" y="58"/>
                      <a:pt x="285" y="61"/>
                      <a:pt x="282" y="61"/>
                    </a:cubicBezTo>
                    <a:cubicBezTo>
                      <a:pt x="195" y="61"/>
                      <a:pt x="195" y="61"/>
                      <a:pt x="195" y="61"/>
                    </a:cubicBezTo>
                    <a:cubicBezTo>
                      <a:pt x="179" y="93"/>
                      <a:pt x="179" y="93"/>
                      <a:pt x="179" y="93"/>
                    </a:cubicBezTo>
                    <a:cubicBezTo>
                      <a:pt x="178" y="95"/>
                      <a:pt x="176" y="97"/>
                      <a:pt x="174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11" name="Freeform 73">
                <a:extLst>
                  <a:ext uri="{FF2B5EF4-FFF2-40B4-BE49-F238E27FC236}">
                    <a16:creationId xmlns:a16="http://schemas.microsoft.com/office/drawing/2014/main" id="{37F4EBEC-0993-F3B1-95DA-A27D6B325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6" y="1953"/>
                <a:ext cx="404" cy="220"/>
              </a:xfrm>
              <a:custGeom>
                <a:avLst/>
                <a:gdLst>
                  <a:gd name="T0" fmla="*/ 17 w 264"/>
                  <a:gd name="T1" fmla="*/ 146 h 147"/>
                  <a:gd name="T2" fmla="*/ 11 w 264"/>
                  <a:gd name="T3" fmla="*/ 142 h 147"/>
                  <a:gd name="T4" fmla="*/ 0 w 264"/>
                  <a:gd name="T5" fmla="*/ 88 h 147"/>
                  <a:gd name="T6" fmla="*/ 64 w 264"/>
                  <a:gd name="T7" fmla="*/ 3 h 147"/>
                  <a:gd name="T8" fmla="*/ 132 w 264"/>
                  <a:gd name="T9" fmla="*/ 50 h 147"/>
                  <a:gd name="T10" fmla="*/ 201 w 264"/>
                  <a:gd name="T11" fmla="*/ 2 h 147"/>
                  <a:gd name="T12" fmla="*/ 264 w 264"/>
                  <a:gd name="T13" fmla="*/ 81 h 147"/>
                  <a:gd name="T14" fmla="*/ 248 w 264"/>
                  <a:gd name="T15" fmla="*/ 142 h 147"/>
                  <a:gd name="T16" fmla="*/ 240 w 264"/>
                  <a:gd name="T17" fmla="*/ 145 h 147"/>
                  <a:gd name="T18" fmla="*/ 237 w 264"/>
                  <a:gd name="T19" fmla="*/ 137 h 147"/>
                  <a:gd name="T20" fmla="*/ 252 w 264"/>
                  <a:gd name="T21" fmla="*/ 81 h 147"/>
                  <a:gd name="T22" fmla="*/ 200 w 264"/>
                  <a:gd name="T23" fmla="*/ 14 h 147"/>
                  <a:gd name="T24" fmla="*/ 138 w 264"/>
                  <a:gd name="T25" fmla="*/ 74 h 147"/>
                  <a:gd name="T26" fmla="*/ 132 w 264"/>
                  <a:gd name="T27" fmla="*/ 79 h 147"/>
                  <a:gd name="T28" fmla="*/ 126 w 264"/>
                  <a:gd name="T29" fmla="*/ 74 h 147"/>
                  <a:gd name="T30" fmla="*/ 64 w 264"/>
                  <a:gd name="T31" fmla="*/ 15 h 147"/>
                  <a:gd name="T32" fmla="*/ 12 w 264"/>
                  <a:gd name="T33" fmla="*/ 88 h 147"/>
                  <a:gd name="T34" fmla="*/ 22 w 264"/>
                  <a:gd name="T35" fmla="*/ 137 h 147"/>
                  <a:gd name="T36" fmla="*/ 19 w 264"/>
                  <a:gd name="T37" fmla="*/ 145 h 147"/>
                  <a:gd name="T38" fmla="*/ 17 w 264"/>
                  <a:gd name="T39" fmla="*/ 14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64" h="147">
                    <a:moveTo>
                      <a:pt x="17" y="146"/>
                    </a:moveTo>
                    <a:cubicBezTo>
                      <a:pt x="14" y="146"/>
                      <a:pt x="12" y="144"/>
                      <a:pt x="11" y="142"/>
                    </a:cubicBezTo>
                    <a:cubicBezTo>
                      <a:pt x="3" y="123"/>
                      <a:pt x="0" y="105"/>
                      <a:pt x="0" y="88"/>
                    </a:cubicBezTo>
                    <a:cubicBezTo>
                      <a:pt x="0" y="32"/>
                      <a:pt x="32" y="5"/>
                      <a:pt x="64" y="3"/>
                    </a:cubicBezTo>
                    <a:cubicBezTo>
                      <a:pt x="89" y="1"/>
                      <a:pt x="118" y="15"/>
                      <a:pt x="132" y="50"/>
                    </a:cubicBezTo>
                    <a:cubicBezTo>
                      <a:pt x="145" y="14"/>
                      <a:pt x="175" y="0"/>
                      <a:pt x="201" y="2"/>
                    </a:cubicBezTo>
                    <a:cubicBezTo>
                      <a:pt x="231" y="4"/>
                      <a:pt x="264" y="30"/>
                      <a:pt x="264" y="81"/>
                    </a:cubicBezTo>
                    <a:cubicBezTo>
                      <a:pt x="264" y="100"/>
                      <a:pt x="258" y="121"/>
                      <a:pt x="248" y="142"/>
                    </a:cubicBezTo>
                    <a:cubicBezTo>
                      <a:pt x="247" y="145"/>
                      <a:pt x="243" y="147"/>
                      <a:pt x="240" y="145"/>
                    </a:cubicBezTo>
                    <a:cubicBezTo>
                      <a:pt x="237" y="144"/>
                      <a:pt x="236" y="140"/>
                      <a:pt x="237" y="137"/>
                    </a:cubicBezTo>
                    <a:cubicBezTo>
                      <a:pt x="247" y="117"/>
                      <a:pt x="252" y="98"/>
                      <a:pt x="252" y="81"/>
                    </a:cubicBezTo>
                    <a:cubicBezTo>
                      <a:pt x="252" y="37"/>
                      <a:pt x="226" y="16"/>
                      <a:pt x="200" y="14"/>
                    </a:cubicBezTo>
                    <a:cubicBezTo>
                      <a:pt x="174" y="12"/>
                      <a:pt x="144" y="30"/>
                      <a:pt x="138" y="74"/>
                    </a:cubicBezTo>
                    <a:cubicBezTo>
                      <a:pt x="137" y="77"/>
                      <a:pt x="135" y="79"/>
                      <a:pt x="132" y="79"/>
                    </a:cubicBezTo>
                    <a:cubicBezTo>
                      <a:pt x="129" y="79"/>
                      <a:pt x="126" y="77"/>
                      <a:pt x="126" y="74"/>
                    </a:cubicBezTo>
                    <a:cubicBezTo>
                      <a:pt x="119" y="30"/>
                      <a:pt x="90" y="13"/>
                      <a:pt x="64" y="15"/>
                    </a:cubicBezTo>
                    <a:cubicBezTo>
                      <a:pt x="38" y="17"/>
                      <a:pt x="12" y="40"/>
                      <a:pt x="12" y="88"/>
                    </a:cubicBezTo>
                    <a:cubicBezTo>
                      <a:pt x="12" y="104"/>
                      <a:pt x="15" y="120"/>
                      <a:pt x="22" y="137"/>
                    </a:cubicBezTo>
                    <a:cubicBezTo>
                      <a:pt x="23" y="140"/>
                      <a:pt x="22" y="144"/>
                      <a:pt x="19" y="145"/>
                    </a:cubicBezTo>
                    <a:cubicBezTo>
                      <a:pt x="18" y="146"/>
                      <a:pt x="17" y="146"/>
                      <a:pt x="17" y="1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12" name="Freeform 74">
                <a:extLst>
                  <a:ext uri="{FF2B5EF4-FFF2-40B4-BE49-F238E27FC236}">
                    <a16:creationId xmlns:a16="http://schemas.microsoft.com/office/drawing/2014/main" id="{C9EF7B4D-A4F8-00A6-7505-52854433D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2224"/>
                <a:ext cx="279" cy="142"/>
              </a:xfrm>
              <a:custGeom>
                <a:avLst/>
                <a:gdLst>
                  <a:gd name="T0" fmla="*/ 94 w 182"/>
                  <a:gd name="T1" fmla="*/ 95 h 95"/>
                  <a:gd name="T2" fmla="*/ 90 w 182"/>
                  <a:gd name="T3" fmla="*/ 94 h 95"/>
                  <a:gd name="T4" fmla="*/ 2 w 182"/>
                  <a:gd name="T5" fmla="*/ 10 h 95"/>
                  <a:gd name="T6" fmla="*/ 3 w 182"/>
                  <a:gd name="T7" fmla="*/ 2 h 95"/>
                  <a:gd name="T8" fmla="*/ 11 w 182"/>
                  <a:gd name="T9" fmla="*/ 3 h 95"/>
                  <a:gd name="T10" fmla="*/ 93 w 182"/>
                  <a:gd name="T11" fmla="*/ 82 h 95"/>
                  <a:gd name="T12" fmla="*/ 170 w 182"/>
                  <a:gd name="T13" fmla="*/ 3 h 95"/>
                  <a:gd name="T14" fmla="*/ 179 w 182"/>
                  <a:gd name="T15" fmla="*/ 2 h 95"/>
                  <a:gd name="T16" fmla="*/ 180 w 182"/>
                  <a:gd name="T17" fmla="*/ 10 h 95"/>
                  <a:gd name="T18" fmla="*/ 97 w 182"/>
                  <a:gd name="T19" fmla="*/ 94 h 95"/>
                  <a:gd name="T20" fmla="*/ 94 w 182"/>
                  <a:gd name="T2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2" h="95">
                    <a:moveTo>
                      <a:pt x="94" y="95"/>
                    </a:moveTo>
                    <a:cubicBezTo>
                      <a:pt x="92" y="95"/>
                      <a:pt x="91" y="95"/>
                      <a:pt x="90" y="94"/>
                    </a:cubicBezTo>
                    <a:cubicBezTo>
                      <a:pt x="88" y="93"/>
                      <a:pt x="39" y="60"/>
                      <a:pt x="2" y="10"/>
                    </a:cubicBezTo>
                    <a:cubicBezTo>
                      <a:pt x="0" y="8"/>
                      <a:pt x="0" y="4"/>
                      <a:pt x="3" y="2"/>
                    </a:cubicBezTo>
                    <a:cubicBezTo>
                      <a:pt x="5" y="0"/>
                      <a:pt x="9" y="0"/>
                      <a:pt x="11" y="3"/>
                    </a:cubicBezTo>
                    <a:cubicBezTo>
                      <a:pt x="42" y="44"/>
                      <a:pt x="81" y="73"/>
                      <a:pt x="93" y="82"/>
                    </a:cubicBezTo>
                    <a:cubicBezTo>
                      <a:pt x="104" y="73"/>
                      <a:pt x="141" y="42"/>
                      <a:pt x="170" y="3"/>
                    </a:cubicBezTo>
                    <a:cubicBezTo>
                      <a:pt x="172" y="0"/>
                      <a:pt x="176" y="0"/>
                      <a:pt x="179" y="2"/>
                    </a:cubicBezTo>
                    <a:cubicBezTo>
                      <a:pt x="181" y="4"/>
                      <a:pt x="182" y="8"/>
                      <a:pt x="180" y="10"/>
                    </a:cubicBezTo>
                    <a:cubicBezTo>
                      <a:pt x="143" y="58"/>
                      <a:pt x="99" y="93"/>
                      <a:pt x="97" y="94"/>
                    </a:cubicBezTo>
                    <a:cubicBezTo>
                      <a:pt x="96" y="95"/>
                      <a:pt x="95" y="95"/>
                      <a:pt x="94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</p:grp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AF87451-ACAF-675F-9FEC-6607BA77076B}"/>
                </a:ext>
              </a:extLst>
            </p:cNvPr>
            <p:cNvSpPr/>
            <p:nvPr/>
          </p:nvSpPr>
          <p:spPr bwMode="auto">
            <a:xfrm>
              <a:off x="6902623" y="5869561"/>
              <a:ext cx="768726" cy="316873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/>
            </a:lstStyle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 panose="020B0503030202060203" pitchFamily="34" charset="77"/>
                  <a:cs typeface="Arial" pitchFamily="34" charset="0"/>
                </a:rPr>
                <a:t>Products</a:t>
              </a:r>
              <a:endParaRPr kumimoji="0" lang="pt-BR" sz="90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cs typeface="Arial" pitchFamily="34" charset="0"/>
              </a:endParaRPr>
            </a:p>
          </p:txBody>
        </p:sp>
        <p:grpSp>
          <p:nvGrpSpPr>
            <p:cNvPr id="85" name="Group 171">
              <a:extLst>
                <a:ext uri="{FF2B5EF4-FFF2-40B4-BE49-F238E27FC236}">
                  <a16:creationId xmlns:a16="http://schemas.microsoft.com/office/drawing/2014/main" id="{05B086AA-FC30-1CB9-5D2C-468CE7E3F1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46476" y="5888001"/>
              <a:ext cx="217481" cy="279992"/>
              <a:chOff x="2639" y="3149"/>
              <a:chExt cx="334" cy="430"/>
            </a:xfrm>
            <a:solidFill>
              <a:srgbClr val="FFFFFF"/>
            </a:solidFill>
          </p:grpSpPr>
          <p:sp>
            <p:nvSpPr>
              <p:cNvPr id="103" name="Freeform 172">
                <a:extLst>
                  <a:ext uri="{FF2B5EF4-FFF2-40B4-BE49-F238E27FC236}">
                    <a16:creationId xmlns:a16="http://schemas.microsoft.com/office/drawing/2014/main" id="{1D6CBFF4-EB70-6220-4D70-E2FCB7A773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39" y="3454"/>
                <a:ext cx="128" cy="125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8"/>
                      <a:pt x="19" y="0"/>
                      <a:pt x="42" y="0"/>
                    </a:cubicBezTo>
                    <a:cubicBezTo>
                      <a:pt x="65" y="0"/>
                      <a:pt x="84" y="18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5" y="12"/>
                      <a:pt x="12" y="25"/>
                      <a:pt x="12" y="42"/>
                    </a:cubicBezTo>
                    <a:cubicBezTo>
                      <a:pt x="12" y="58"/>
                      <a:pt x="25" y="72"/>
                      <a:pt x="42" y="72"/>
                    </a:cubicBezTo>
                    <a:cubicBezTo>
                      <a:pt x="58" y="72"/>
                      <a:pt x="72" y="58"/>
                      <a:pt x="72" y="42"/>
                    </a:cubicBezTo>
                    <a:cubicBezTo>
                      <a:pt x="72" y="25"/>
                      <a:pt x="58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04" name="Freeform 173">
                <a:extLst>
                  <a:ext uri="{FF2B5EF4-FFF2-40B4-BE49-F238E27FC236}">
                    <a16:creationId xmlns:a16="http://schemas.microsoft.com/office/drawing/2014/main" id="{93C3A5AF-250A-3BD8-C7C6-2541C4804E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7" y="3149"/>
                <a:ext cx="74" cy="326"/>
              </a:xfrm>
              <a:custGeom>
                <a:avLst/>
                <a:gdLst>
                  <a:gd name="T0" fmla="*/ 42 w 48"/>
                  <a:gd name="T1" fmla="*/ 218 h 218"/>
                  <a:gd name="T2" fmla="*/ 36 w 48"/>
                  <a:gd name="T3" fmla="*/ 212 h 218"/>
                  <a:gd name="T4" fmla="*/ 36 w 48"/>
                  <a:gd name="T5" fmla="*/ 12 h 218"/>
                  <a:gd name="T6" fmla="*/ 6 w 48"/>
                  <a:gd name="T7" fmla="*/ 12 h 218"/>
                  <a:gd name="T8" fmla="*/ 0 w 48"/>
                  <a:gd name="T9" fmla="*/ 6 h 218"/>
                  <a:gd name="T10" fmla="*/ 6 w 48"/>
                  <a:gd name="T11" fmla="*/ 0 h 218"/>
                  <a:gd name="T12" fmla="*/ 42 w 48"/>
                  <a:gd name="T13" fmla="*/ 0 h 218"/>
                  <a:gd name="T14" fmla="*/ 48 w 48"/>
                  <a:gd name="T15" fmla="*/ 6 h 218"/>
                  <a:gd name="T16" fmla="*/ 48 w 48"/>
                  <a:gd name="T17" fmla="*/ 212 h 218"/>
                  <a:gd name="T18" fmla="*/ 42 w 48"/>
                  <a:gd name="T19" fmla="*/ 21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218">
                    <a:moveTo>
                      <a:pt x="42" y="218"/>
                    </a:moveTo>
                    <a:cubicBezTo>
                      <a:pt x="39" y="218"/>
                      <a:pt x="36" y="215"/>
                      <a:pt x="36" y="212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2"/>
                      <a:pt x="48" y="6"/>
                    </a:cubicBezTo>
                    <a:cubicBezTo>
                      <a:pt x="48" y="212"/>
                      <a:pt x="48" y="212"/>
                      <a:pt x="48" y="212"/>
                    </a:cubicBezTo>
                    <a:cubicBezTo>
                      <a:pt x="48" y="215"/>
                      <a:pt x="45" y="218"/>
                      <a:pt x="42" y="2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05" name="Freeform 174">
                <a:extLst>
                  <a:ext uri="{FF2B5EF4-FFF2-40B4-BE49-F238E27FC236}">
                    <a16:creationId xmlns:a16="http://schemas.microsoft.com/office/drawing/2014/main" id="{D1348493-880C-37E9-639E-F26029FFF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3525"/>
                <a:ext cx="227" cy="54"/>
              </a:xfrm>
              <a:custGeom>
                <a:avLst/>
                <a:gdLst>
                  <a:gd name="T0" fmla="*/ 141 w 148"/>
                  <a:gd name="T1" fmla="*/ 36 h 36"/>
                  <a:gd name="T2" fmla="*/ 137 w 148"/>
                  <a:gd name="T3" fmla="*/ 34 h 36"/>
                  <a:gd name="T4" fmla="*/ 114 w 148"/>
                  <a:gd name="T5" fmla="*/ 12 h 36"/>
                  <a:gd name="T6" fmla="*/ 6 w 148"/>
                  <a:gd name="T7" fmla="*/ 12 h 36"/>
                  <a:gd name="T8" fmla="*/ 0 w 148"/>
                  <a:gd name="T9" fmla="*/ 6 h 36"/>
                  <a:gd name="T10" fmla="*/ 6 w 148"/>
                  <a:gd name="T11" fmla="*/ 0 h 36"/>
                  <a:gd name="T12" fmla="*/ 116 w 148"/>
                  <a:gd name="T13" fmla="*/ 0 h 36"/>
                  <a:gd name="T14" fmla="*/ 120 w 148"/>
                  <a:gd name="T15" fmla="*/ 1 h 36"/>
                  <a:gd name="T16" fmla="*/ 145 w 148"/>
                  <a:gd name="T17" fmla="*/ 25 h 36"/>
                  <a:gd name="T18" fmla="*/ 145 w 148"/>
                  <a:gd name="T19" fmla="*/ 34 h 36"/>
                  <a:gd name="T20" fmla="*/ 141 w 148"/>
                  <a:gd name="T21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8" h="36">
                    <a:moveTo>
                      <a:pt x="141" y="36"/>
                    </a:moveTo>
                    <a:cubicBezTo>
                      <a:pt x="139" y="36"/>
                      <a:pt x="138" y="35"/>
                      <a:pt x="137" y="34"/>
                    </a:cubicBezTo>
                    <a:cubicBezTo>
                      <a:pt x="114" y="12"/>
                      <a:pt x="114" y="12"/>
                      <a:pt x="114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116" y="0"/>
                      <a:pt x="116" y="0"/>
                      <a:pt x="116" y="0"/>
                    </a:cubicBezTo>
                    <a:cubicBezTo>
                      <a:pt x="117" y="0"/>
                      <a:pt x="119" y="0"/>
                      <a:pt x="120" y="1"/>
                    </a:cubicBezTo>
                    <a:cubicBezTo>
                      <a:pt x="145" y="25"/>
                      <a:pt x="145" y="25"/>
                      <a:pt x="145" y="25"/>
                    </a:cubicBezTo>
                    <a:cubicBezTo>
                      <a:pt x="148" y="28"/>
                      <a:pt x="148" y="31"/>
                      <a:pt x="145" y="34"/>
                    </a:cubicBezTo>
                    <a:cubicBezTo>
                      <a:pt x="144" y="35"/>
                      <a:pt x="143" y="36"/>
                      <a:pt x="141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06" name="Freeform 175">
                <a:extLst>
                  <a:ext uri="{FF2B5EF4-FFF2-40B4-BE49-F238E27FC236}">
                    <a16:creationId xmlns:a16="http://schemas.microsoft.com/office/drawing/2014/main" id="{CFF3B191-0788-C876-A04D-A31ACE8196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9" y="3328"/>
                <a:ext cx="202" cy="179"/>
              </a:xfrm>
              <a:custGeom>
                <a:avLst/>
                <a:gdLst>
                  <a:gd name="T0" fmla="*/ 126 w 132"/>
                  <a:gd name="T1" fmla="*/ 120 h 120"/>
                  <a:gd name="T2" fmla="*/ 6 w 132"/>
                  <a:gd name="T3" fmla="*/ 120 h 120"/>
                  <a:gd name="T4" fmla="*/ 0 w 132"/>
                  <a:gd name="T5" fmla="*/ 114 h 120"/>
                  <a:gd name="T6" fmla="*/ 0 w 132"/>
                  <a:gd name="T7" fmla="*/ 6 h 120"/>
                  <a:gd name="T8" fmla="*/ 6 w 132"/>
                  <a:gd name="T9" fmla="*/ 0 h 120"/>
                  <a:gd name="T10" fmla="*/ 126 w 132"/>
                  <a:gd name="T11" fmla="*/ 0 h 120"/>
                  <a:gd name="T12" fmla="*/ 132 w 132"/>
                  <a:gd name="T13" fmla="*/ 6 h 120"/>
                  <a:gd name="T14" fmla="*/ 132 w 132"/>
                  <a:gd name="T15" fmla="*/ 114 h 120"/>
                  <a:gd name="T16" fmla="*/ 126 w 132"/>
                  <a:gd name="T17" fmla="*/ 120 h 120"/>
                  <a:gd name="T18" fmla="*/ 12 w 132"/>
                  <a:gd name="T19" fmla="*/ 108 h 120"/>
                  <a:gd name="T20" fmla="*/ 120 w 132"/>
                  <a:gd name="T21" fmla="*/ 108 h 120"/>
                  <a:gd name="T22" fmla="*/ 120 w 132"/>
                  <a:gd name="T23" fmla="*/ 12 h 120"/>
                  <a:gd name="T24" fmla="*/ 12 w 132"/>
                  <a:gd name="T25" fmla="*/ 12 h 120"/>
                  <a:gd name="T26" fmla="*/ 12 w 132"/>
                  <a:gd name="T27" fmla="*/ 108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2" h="120">
                    <a:moveTo>
                      <a:pt x="126" y="120"/>
                    </a:moveTo>
                    <a:cubicBezTo>
                      <a:pt x="6" y="120"/>
                      <a:pt x="6" y="120"/>
                      <a:pt x="6" y="120"/>
                    </a:cubicBezTo>
                    <a:cubicBezTo>
                      <a:pt x="3" y="120"/>
                      <a:pt x="0" y="117"/>
                      <a:pt x="0" y="11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29" y="0"/>
                      <a:pt x="132" y="2"/>
                      <a:pt x="132" y="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2" y="117"/>
                      <a:pt x="129" y="120"/>
                      <a:pt x="126" y="120"/>
                    </a:cubicBezTo>
                    <a:close/>
                    <a:moveTo>
                      <a:pt x="12" y="108"/>
                    </a:moveTo>
                    <a:cubicBezTo>
                      <a:pt x="120" y="108"/>
                      <a:pt x="120" y="108"/>
                      <a:pt x="120" y="108"/>
                    </a:cubicBezTo>
                    <a:cubicBezTo>
                      <a:pt x="120" y="12"/>
                      <a:pt x="120" y="12"/>
                      <a:pt x="120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07" name="Freeform 176">
                <a:extLst>
                  <a:ext uri="{FF2B5EF4-FFF2-40B4-BE49-F238E27FC236}">
                    <a16:creationId xmlns:a16="http://schemas.microsoft.com/office/drawing/2014/main" id="{E71A0955-4F22-FDE1-7F32-0F1F7594D3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9" y="3239"/>
                <a:ext cx="147" cy="107"/>
              </a:xfrm>
              <a:custGeom>
                <a:avLst/>
                <a:gdLst>
                  <a:gd name="T0" fmla="*/ 90 w 96"/>
                  <a:gd name="T1" fmla="*/ 72 h 72"/>
                  <a:gd name="T2" fmla="*/ 6 w 96"/>
                  <a:gd name="T3" fmla="*/ 72 h 72"/>
                  <a:gd name="T4" fmla="*/ 0 w 96"/>
                  <a:gd name="T5" fmla="*/ 66 h 72"/>
                  <a:gd name="T6" fmla="*/ 0 w 96"/>
                  <a:gd name="T7" fmla="*/ 6 h 72"/>
                  <a:gd name="T8" fmla="*/ 6 w 96"/>
                  <a:gd name="T9" fmla="*/ 0 h 72"/>
                  <a:gd name="T10" fmla="*/ 90 w 96"/>
                  <a:gd name="T11" fmla="*/ 0 h 72"/>
                  <a:gd name="T12" fmla="*/ 96 w 96"/>
                  <a:gd name="T13" fmla="*/ 6 h 72"/>
                  <a:gd name="T14" fmla="*/ 96 w 96"/>
                  <a:gd name="T15" fmla="*/ 66 h 72"/>
                  <a:gd name="T16" fmla="*/ 90 w 96"/>
                  <a:gd name="T17" fmla="*/ 72 h 72"/>
                  <a:gd name="T18" fmla="*/ 12 w 96"/>
                  <a:gd name="T19" fmla="*/ 60 h 72"/>
                  <a:gd name="T20" fmla="*/ 84 w 96"/>
                  <a:gd name="T21" fmla="*/ 60 h 72"/>
                  <a:gd name="T22" fmla="*/ 84 w 96"/>
                  <a:gd name="T23" fmla="*/ 12 h 72"/>
                  <a:gd name="T24" fmla="*/ 12 w 96"/>
                  <a:gd name="T25" fmla="*/ 12 h 72"/>
                  <a:gd name="T26" fmla="*/ 12 w 96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72">
                    <a:moveTo>
                      <a:pt x="90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69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3" y="0"/>
                      <a:pt x="96" y="2"/>
                      <a:pt x="96" y="6"/>
                    </a:cubicBezTo>
                    <a:cubicBezTo>
                      <a:pt x="96" y="66"/>
                      <a:pt x="96" y="66"/>
                      <a:pt x="96" y="66"/>
                    </a:cubicBezTo>
                    <a:cubicBezTo>
                      <a:pt x="96" y="69"/>
                      <a:pt x="93" y="72"/>
                      <a:pt x="90" y="72"/>
                    </a:cubicBezTo>
                    <a:close/>
                    <a:moveTo>
                      <a:pt x="12" y="60"/>
                    </a:moveTo>
                    <a:cubicBezTo>
                      <a:pt x="84" y="60"/>
                      <a:pt x="84" y="60"/>
                      <a:pt x="84" y="60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08" name="Freeform 177">
                <a:extLst>
                  <a:ext uri="{FF2B5EF4-FFF2-40B4-BE49-F238E27FC236}">
                    <a16:creationId xmlns:a16="http://schemas.microsoft.com/office/drawing/2014/main" id="{83B0FE14-6B9B-5325-FFDC-55C92D048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9" y="3454"/>
                <a:ext cx="55" cy="18"/>
              </a:xfrm>
              <a:custGeom>
                <a:avLst/>
                <a:gdLst>
                  <a:gd name="T0" fmla="*/ 30 w 36"/>
                  <a:gd name="T1" fmla="*/ 12 h 12"/>
                  <a:gd name="T2" fmla="*/ 6 w 36"/>
                  <a:gd name="T3" fmla="*/ 12 h 12"/>
                  <a:gd name="T4" fmla="*/ 0 w 36"/>
                  <a:gd name="T5" fmla="*/ 6 h 12"/>
                  <a:gd name="T6" fmla="*/ 6 w 36"/>
                  <a:gd name="T7" fmla="*/ 0 h 12"/>
                  <a:gd name="T8" fmla="*/ 30 w 36"/>
                  <a:gd name="T9" fmla="*/ 0 h 12"/>
                  <a:gd name="T10" fmla="*/ 36 w 36"/>
                  <a:gd name="T11" fmla="*/ 6 h 12"/>
                  <a:gd name="T12" fmla="*/ 30 w 3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">
                    <a:moveTo>
                      <a:pt x="3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3" y="0"/>
                      <a:pt x="36" y="2"/>
                      <a:pt x="36" y="6"/>
                    </a:cubicBezTo>
                    <a:cubicBezTo>
                      <a:pt x="36" y="9"/>
                      <a:pt x="33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09" name="Freeform 178">
                <a:extLst>
                  <a:ext uri="{FF2B5EF4-FFF2-40B4-BE49-F238E27FC236}">
                    <a16:creationId xmlns:a16="http://schemas.microsoft.com/office/drawing/2014/main" id="{A37537CF-B4DE-91F3-7B21-127FEC965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6" y="3292"/>
                <a:ext cx="37" cy="18"/>
              </a:xfrm>
              <a:custGeom>
                <a:avLst/>
                <a:gdLst>
                  <a:gd name="T0" fmla="*/ 18 w 24"/>
                  <a:gd name="T1" fmla="*/ 12 h 12"/>
                  <a:gd name="T2" fmla="*/ 6 w 24"/>
                  <a:gd name="T3" fmla="*/ 12 h 12"/>
                  <a:gd name="T4" fmla="*/ 0 w 24"/>
                  <a:gd name="T5" fmla="*/ 6 h 12"/>
                  <a:gd name="T6" fmla="*/ 6 w 24"/>
                  <a:gd name="T7" fmla="*/ 0 h 12"/>
                  <a:gd name="T8" fmla="*/ 18 w 24"/>
                  <a:gd name="T9" fmla="*/ 0 h 12"/>
                  <a:gd name="T10" fmla="*/ 24 w 24"/>
                  <a:gd name="T11" fmla="*/ 6 h 12"/>
                  <a:gd name="T12" fmla="*/ 18 w 24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18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0"/>
                      <a:pt x="24" y="2"/>
                      <a:pt x="24" y="6"/>
                    </a:cubicBezTo>
                    <a:cubicBezTo>
                      <a:pt x="24" y="9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</p:grpSp>
        <p:grpSp>
          <p:nvGrpSpPr>
            <p:cNvPr id="86" name="Group 130">
              <a:extLst>
                <a:ext uri="{FF2B5EF4-FFF2-40B4-BE49-F238E27FC236}">
                  <a16:creationId xmlns:a16="http://schemas.microsoft.com/office/drawing/2014/main" id="{5833DD78-37E7-6AEB-47C9-F6458EFC68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947911" y="5918816"/>
              <a:ext cx="223116" cy="218362"/>
              <a:chOff x="526" y="1878"/>
              <a:chExt cx="422" cy="413"/>
            </a:xfrm>
            <a:solidFill>
              <a:srgbClr val="FFFFFF"/>
            </a:solidFill>
          </p:grpSpPr>
          <p:sp>
            <p:nvSpPr>
              <p:cNvPr id="89" name="Freeform 131">
                <a:extLst>
                  <a:ext uri="{FF2B5EF4-FFF2-40B4-BE49-F238E27FC236}">
                    <a16:creationId xmlns:a16="http://schemas.microsoft.com/office/drawing/2014/main" id="{680945D2-67F3-799F-70EC-6B036A5A5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" y="2201"/>
                <a:ext cx="422" cy="18"/>
              </a:xfrm>
              <a:custGeom>
                <a:avLst/>
                <a:gdLst>
                  <a:gd name="T0" fmla="*/ 269 w 275"/>
                  <a:gd name="T1" fmla="*/ 12 h 12"/>
                  <a:gd name="T2" fmla="*/ 6 w 275"/>
                  <a:gd name="T3" fmla="*/ 12 h 12"/>
                  <a:gd name="T4" fmla="*/ 0 w 275"/>
                  <a:gd name="T5" fmla="*/ 6 h 12"/>
                  <a:gd name="T6" fmla="*/ 6 w 275"/>
                  <a:gd name="T7" fmla="*/ 0 h 12"/>
                  <a:gd name="T8" fmla="*/ 269 w 275"/>
                  <a:gd name="T9" fmla="*/ 0 h 12"/>
                  <a:gd name="T10" fmla="*/ 275 w 275"/>
                  <a:gd name="T11" fmla="*/ 6 h 12"/>
                  <a:gd name="T12" fmla="*/ 269 w 275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5" h="12">
                    <a:moveTo>
                      <a:pt x="269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69" y="0"/>
                      <a:pt x="269" y="0"/>
                      <a:pt x="269" y="0"/>
                    </a:cubicBezTo>
                    <a:cubicBezTo>
                      <a:pt x="272" y="0"/>
                      <a:pt x="275" y="3"/>
                      <a:pt x="275" y="6"/>
                    </a:cubicBezTo>
                    <a:cubicBezTo>
                      <a:pt x="275" y="10"/>
                      <a:pt x="272" y="12"/>
                      <a:pt x="26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90" name="Freeform 132">
                <a:extLst>
                  <a:ext uri="{FF2B5EF4-FFF2-40B4-BE49-F238E27FC236}">
                    <a16:creationId xmlns:a16="http://schemas.microsoft.com/office/drawing/2014/main" id="{E6F3300F-3957-E37A-B609-2C766DCF1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" y="2273"/>
                <a:ext cx="422" cy="18"/>
              </a:xfrm>
              <a:custGeom>
                <a:avLst/>
                <a:gdLst>
                  <a:gd name="T0" fmla="*/ 269 w 275"/>
                  <a:gd name="T1" fmla="*/ 12 h 12"/>
                  <a:gd name="T2" fmla="*/ 6 w 275"/>
                  <a:gd name="T3" fmla="*/ 12 h 12"/>
                  <a:gd name="T4" fmla="*/ 0 w 275"/>
                  <a:gd name="T5" fmla="*/ 6 h 12"/>
                  <a:gd name="T6" fmla="*/ 6 w 275"/>
                  <a:gd name="T7" fmla="*/ 0 h 12"/>
                  <a:gd name="T8" fmla="*/ 269 w 275"/>
                  <a:gd name="T9" fmla="*/ 0 h 12"/>
                  <a:gd name="T10" fmla="*/ 275 w 275"/>
                  <a:gd name="T11" fmla="*/ 6 h 12"/>
                  <a:gd name="T12" fmla="*/ 269 w 275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5" h="12">
                    <a:moveTo>
                      <a:pt x="269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69" y="0"/>
                      <a:pt x="269" y="0"/>
                      <a:pt x="269" y="0"/>
                    </a:cubicBezTo>
                    <a:cubicBezTo>
                      <a:pt x="272" y="0"/>
                      <a:pt x="275" y="3"/>
                      <a:pt x="275" y="6"/>
                    </a:cubicBezTo>
                    <a:cubicBezTo>
                      <a:pt x="275" y="10"/>
                      <a:pt x="272" y="12"/>
                      <a:pt x="26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91" name="Freeform 133">
                <a:extLst>
                  <a:ext uri="{FF2B5EF4-FFF2-40B4-BE49-F238E27FC236}">
                    <a16:creationId xmlns:a16="http://schemas.microsoft.com/office/drawing/2014/main" id="{02BD69B9-634D-ED33-5A96-F4197A53B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" y="2201"/>
                <a:ext cx="19" cy="90"/>
              </a:xfrm>
              <a:custGeom>
                <a:avLst/>
                <a:gdLst>
                  <a:gd name="T0" fmla="*/ 6 w 12"/>
                  <a:gd name="T1" fmla="*/ 60 h 60"/>
                  <a:gd name="T2" fmla="*/ 0 w 12"/>
                  <a:gd name="T3" fmla="*/ 54 h 60"/>
                  <a:gd name="T4" fmla="*/ 0 w 12"/>
                  <a:gd name="T5" fmla="*/ 6 h 60"/>
                  <a:gd name="T6" fmla="*/ 6 w 12"/>
                  <a:gd name="T7" fmla="*/ 0 h 60"/>
                  <a:gd name="T8" fmla="*/ 12 w 12"/>
                  <a:gd name="T9" fmla="*/ 6 h 60"/>
                  <a:gd name="T10" fmla="*/ 12 w 12"/>
                  <a:gd name="T11" fmla="*/ 54 h 60"/>
                  <a:gd name="T12" fmla="*/ 6 w 12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60">
                    <a:moveTo>
                      <a:pt x="6" y="60"/>
                    </a:moveTo>
                    <a:cubicBezTo>
                      <a:pt x="2" y="60"/>
                      <a:pt x="0" y="58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2" y="58"/>
                      <a:pt x="9" y="60"/>
                      <a:pt x="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92" name="Freeform 134">
                <a:extLst>
                  <a:ext uri="{FF2B5EF4-FFF2-40B4-BE49-F238E27FC236}">
                    <a16:creationId xmlns:a16="http://schemas.microsoft.com/office/drawing/2014/main" id="{1744E45A-64C7-60E0-8311-379BED4836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0" y="2201"/>
                <a:ext cx="18" cy="90"/>
              </a:xfrm>
              <a:custGeom>
                <a:avLst/>
                <a:gdLst>
                  <a:gd name="T0" fmla="*/ 6 w 12"/>
                  <a:gd name="T1" fmla="*/ 60 h 60"/>
                  <a:gd name="T2" fmla="*/ 0 w 12"/>
                  <a:gd name="T3" fmla="*/ 54 h 60"/>
                  <a:gd name="T4" fmla="*/ 0 w 12"/>
                  <a:gd name="T5" fmla="*/ 6 h 60"/>
                  <a:gd name="T6" fmla="*/ 6 w 12"/>
                  <a:gd name="T7" fmla="*/ 0 h 60"/>
                  <a:gd name="T8" fmla="*/ 12 w 12"/>
                  <a:gd name="T9" fmla="*/ 6 h 60"/>
                  <a:gd name="T10" fmla="*/ 12 w 12"/>
                  <a:gd name="T11" fmla="*/ 54 h 60"/>
                  <a:gd name="T12" fmla="*/ 6 w 12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60">
                    <a:moveTo>
                      <a:pt x="6" y="60"/>
                    </a:moveTo>
                    <a:cubicBezTo>
                      <a:pt x="2" y="60"/>
                      <a:pt x="0" y="58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2" y="58"/>
                      <a:pt x="9" y="60"/>
                      <a:pt x="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93" name="Freeform 135">
                <a:extLst>
                  <a:ext uri="{FF2B5EF4-FFF2-40B4-BE49-F238E27FC236}">
                    <a16:creationId xmlns:a16="http://schemas.microsoft.com/office/drawing/2014/main" id="{65B44CB1-F64E-F6B2-756F-2BA627AD9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2201"/>
                <a:ext cx="19" cy="90"/>
              </a:xfrm>
              <a:custGeom>
                <a:avLst/>
                <a:gdLst>
                  <a:gd name="T0" fmla="*/ 6 w 12"/>
                  <a:gd name="T1" fmla="*/ 60 h 60"/>
                  <a:gd name="T2" fmla="*/ 0 w 12"/>
                  <a:gd name="T3" fmla="*/ 54 h 60"/>
                  <a:gd name="T4" fmla="*/ 0 w 12"/>
                  <a:gd name="T5" fmla="*/ 6 h 60"/>
                  <a:gd name="T6" fmla="*/ 6 w 12"/>
                  <a:gd name="T7" fmla="*/ 0 h 60"/>
                  <a:gd name="T8" fmla="*/ 12 w 12"/>
                  <a:gd name="T9" fmla="*/ 6 h 60"/>
                  <a:gd name="T10" fmla="*/ 12 w 12"/>
                  <a:gd name="T11" fmla="*/ 54 h 60"/>
                  <a:gd name="T12" fmla="*/ 6 w 12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60">
                    <a:moveTo>
                      <a:pt x="6" y="60"/>
                    </a:moveTo>
                    <a:cubicBezTo>
                      <a:pt x="2" y="60"/>
                      <a:pt x="0" y="58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2" y="58"/>
                      <a:pt x="9" y="60"/>
                      <a:pt x="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94" name="Freeform 136">
                <a:extLst>
                  <a:ext uri="{FF2B5EF4-FFF2-40B4-BE49-F238E27FC236}">
                    <a16:creationId xmlns:a16="http://schemas.microsoft.com/office/drawing/2014/main" id="{28A2CE7F-DB4E-6248-8E53-E7C1A5F55B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" y="2201"/>
                <a:ext cx="19" cy="90"/>
              </a:xfrm>
              <a:custGeom>
                <a:avLst/>
                <a:gdLst>
                  <a:gd name="T0" fmla="*/ 6 w 12"/>
                  <a:gd name="T1" fmla="*/ 60 h 60"/>
                  <a:gd name="T2" fmla="*/ 0 w 12"/>
                  <a:gd name="T3" fmla="*/ 54 h 60"/>
                  <a:gd name="T4" fmla="*/ 0 w 12"/>
                  <a:gd name="T5" fmla="*/ 6 h 60"/>
                  <a:gd name="T6" fmla="*/ 6 w 12"/>
                  <a:gd name="T7" fmla="*/ 0 h 60"/>
                  <a:gd name="T8" fmla="*/ 12 w 12"/>
                  <a:gd name="T9" fmla="*/ 6 h 60"/>
                  <a:gd name="T10" fmla="*/ 12 w 12"/>
                  <a:gd name="T11" fmla="*/ 54 h 60"/>
                  <a:gd name="T12" fmla="*/ 6 w 12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60">
                    <a:moveTo>
                      <a:pt x="6" y="60"/>
                    </a:moveTo>
                    <a:cubicBezTo>
                      <a:pt x="2" y="60"/>
                      <a:pt x="0" y="58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2" y="58"/>
                      <a:pt x="9" y="60"/>
                      <a:pt x="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95" name="Freeform 137">
                <a:extLst>
                  <a:ext uri="{FF2B5EF4-FFF2-40B4-BE49-F238E27FC236}">
                    <a16:creationId xmlns:a16="http://schemas.microsoft.com/office/drawing/2014/main" id="{D1BEB55D-DF0E-1C22-7EB1-A6481DAE0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" y="2201"/>
                <a:ext cx="19" cy="90"/>
              </a:xfrm>
              <a:custGeom>
                <a:avLst/>
                <a:gdLst>
                  <a:gd name="T0" fmla="*/ 6 w 12"/>
                  <a:gd name="T1" fmla="*/ 60 h 60"/>
                  <a:gd name="T2" fmla="*/ 0 w 12"/>
                  <a:gd name="T3" fmla="*/ 54 h 60"/>
                  <a:gd name="T4" fmla="*/ 0 w 12"/>
                  <a:gd name="T5" fmla="*/ 6 h 60"/>
                  <a:gd name="T6" fmla="*/ 6 w 12"/>
                  <a:gd name="T7" fmla="*/ 0 h 60"/>
                  <a:gd name="T8" fmla="*/ 12 w 12"/>
                  <a:gd name="T9" fmla="*/ 6 h 60"/>
                  <a:gd name="T10" fmla="*/ 12 w 12"/>
                  <a:gd name="T11" fmla="*/ 54 h 60"/>
                  <a:gd name="T12" fmla="*/ 6 w 12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60">
                    <a:moveTo>
                      <a:pt x="6" y="60"/>
                    </a:moveTo>
                    <a:cubicBezTo>
                      <a:pt x="2" y="60"/>
                      <a:pt x="0" y="58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2" y="58"/>
                      <a:pt x="9" y="60"/>
                      <a:pt x="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96" name="Freeform 138">
                <a:extLst>
                  <a:ext uri="{FF2B5EF4-FFF2-40B4-BE49-F238E27FC236}">
                    <a16:creationId xmlns:a16="http://schemas.microsoft.com/office/drawing/2014/main" id="{87E2D420-B187-39E8-22E6-15CF3A34FA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" y="2201"/>
                <a:ext cx="18" cy="90"/>
              </a:xfrm>
              <a:custGeom>
                <a:avLst/>
                <a:gdLst>
                  <a:gd name="T0" fmla="*/ 6 w 12"/>
                  <a:gd name="T1" fmla="*/ 60 h 60"/>
                  <a:gd name="T2" fmla="*/ 0 w 12"/>
                  <a:gd name="T3" fmla="*/ 54 h 60"/>
                  <a:gd name="T4" fmla="*/ 0 w 12"/>
                  <a:gd name="T5" fmla="*/ 6 h 60"/>
                  <a:gd name="T6" fmla="*/ 6 w 12"/>
                  <a:gd name="T7" fmla="*/ 0 h 60"/>
                  <a:gd name="T8" fmla="*/ 12 w 12"/>
                  <a:gd name="T9" fmla="*/ 6 h 60"/>
                  <a:gd name="T10" fmla="*/ 12 w 12"/>
                  <a:gd name="T11" fmla="*/ 54 h 60"/>
                  <a:gd name="T12" fmla="*/ 6 w 12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60">
                    <a:moveTo>
                      <a:pt x="6" y="60"/>
                    </a:moveTo>
                    <a:cubicBezTo>
                      <a:pt x="2" y="60"/>
                      <a:pt x="0" y="58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2" y="58"/>
                      <a:pt x="9" y="60"/>
                      <a:pt x="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97" name="Freeform 139">
                <a:extLst>
                  <a:ext uri="{FF2B5EF4-FFF2-40B4-BE49-F238E27FC236}">
                    <a16:creationId xmlns:a16="http://schemas.microsoft.com/office/drawing/2014/main" id="{F99BFD0A-EAA7-28A3-499B-96B602D7B6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3" y="2022"/>
                <a:ext cx="184" cy="161"/>
              </a:xfrm>
              <a:custGeom>
                <a:avLst/>
                <a:gdLst>
                  <a:gd name="T0" fmla="*/ 114 w 120"/>
                  <a:gd name="T1" fmla="*/ 108 h 108"/>
                  <a:gd name="T2" fmla="*/ 6 w 120"/>
                  <a:gd name="T3" fmla="*/ 108 h 108"/>
                  <a:gd name="T4" fmla="*/ 0 w 120"/>
                  <a:gd name="T5" fmla="*/ 102 h 108"/>
                  <a:gd name="T6" fmla="*/ 0 w 120"/>
                  <a:gd name="T7" fmla="*/ 6 h 108"/>
                  <a:gd name="T8" fmla="*/ 6 w 120"/>
                  <a:gd name="T9" fmla="*/ 0 h 108"/>
                  <a:gd name="T10" fmla="*/ 114 w 120"/>
                  <a:gd name="T11" fmla="*/ 0 h 108"/>
                  <a:gd name="T12" fmla="*/ 120 w 120"/>
                  <a:gd name="T13" fmla="*/ 6 h 108"/>
                  <a:gd name="T14" fmla="*/ 120 w 120"/>
                  <a:gd name="T15" fmla="*/ 102 h 108"/>
                  <a:gd name="T16" fmla="*/ 114 w 120"/>
                  <a:gd name="T17" fmla="*/ 108 h 108"/>
                  <a:gd name="T18" fmla="*/ 12 w 120"/>
                  <a:gd name="T19" fmla="*/ 96 h 108"/>
                  <a:gd name="T20" fmla="*/ 108 w 120"/>
                  <a:gd name="T21" fmla="*/ 96 h 108"/>
                  <a:gd name="T22" fmla="*/ 108 w 120"/>
                  <a:gd name="T23" fmla="*/ 12 h 108"/>
                  <a:gd name="T24" fmla="*/ 12 w 120"/>
                  <a:gd name="T25" fmla="*/ 12 h 108"/>
                  <a:gd name="T26" fmla="*/ 12 w 120"/>
                  <a:gd name="T27" fmla="*/ 9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108">
                    <a:moveTo>
                      <a:pt x="114" y="108"/>
                    </a:moveTo>
                    <a:cubicBezTo>
                      <a:pt x="6" y="108"/>
                      <a:pt x="6" y="108"/>
                      <a:pt x="6" y="108"/>
                    </a:cubicBezTo>
                    <a:cubicBezTo>
                      <a:pt x="2" y="108"/>
                      <a:pt x="0" y="106"/>
                      <a:pt x="0" y="10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7" y="0"/>
                      <a:pt x="120" y="3"/>
                      <a:pt x="120" y="6"/>
                    </a:cubicBezTo>
                    <a:cubicBezTo>
                      <a:pt x="120" y="102"/>
                      <a:pt x="120" y="102"/>
                      <a:pt x="120" y="102"/>
                    </a:cubicBezTo>
                    <a:cubicBezTo>
                      <a:pt x="120" y="106"/>
                      <a:pt x="117" y="108"/>
                      <a:pt x="114" y="108"/>
                    </a:cubicBezTo>
                    <a:close/>
                    <a:moveTo>
                      <a:pt x="12" y="96"/>
                    </a:moveTo>
                    <a:cubicBezTo>
                      <a:pt x="108" y="96"/>
                      <a:pt x="108" y="96"/>
                      <a:pt x="108" y="96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98" name="Freeform 140">
                <a:extLst>
                  <a:ext uri="{FF2B5EF4-FFF2-40B4-BE49-F238E27FC236}">
                    <a16:creationId xmlns:a16="http://schemas.microsoft.com/office/drawing/2014/main" id="{6515CA84-2C3E-0339-AB06-0B36A0D909A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9" y="2022"/>
                <a:ext cx="184" cy="161"/>
              </a:xfrm>
              <a:custGeom>
                <a:avLst/>
                <a:gdLst>
                  <a:gd name="T0" fmla="*/ 114 w 120"/>
                  <a:gd name="T1" fmla="*/ 108 h 108"/>
                  <a:gd name="T2" fmla="*/ 6 w 120"/>
                  <a:gd name="T3" fmla="*/ 108 h 108"/>
                  <a:gd name="T4" fmla="*/ 0 w 120"/>
                  <a:gd name="T5" fmla="*/ 102 h 108"/>
                  <a:gd name="T6" fmla="*/ 0 w 120"/>
                  <a:gd name="T7" fmla="*/ 6 h 108"/>
                  <a:gd name="T8" fmla="*/ 6 w 120"/>
                  <a:gd name="T9" fmla="*/ 0 h 108"/>
                  <a:gd name="T10" fmla="*/ 114 w 120"/>
                  <a:gd name="T11" fmla="*/ 0 h 108"/>
                  <a:gd name="T12" fmla="*/ 120 w 120"/>
                  <a:gd name="T13" fmla="*/ 6 h 108"/>
                  <a:gd name="T14" fmla="*/ 120 w 120"/>
                  <a:gd name="T15" fmla="*/ 102 h 108"/>
                  <a:gd name="T16" fmla="*/ 114 w 120"/>
                  <a:gd name="T17" fmla="*/ 108 h 108"/>
                  <a:gd name="T18" fmla="*/ 12 w 120"/>
                  <a:gd name="T19" fmla="*/ 96 h 108"/>
                  <a:gd name="T20" fmla="*/ 108 w 120"/>
                  <a:gd name="T21" fmla="*/ 96 h 108"/>
                  <a:gd name="T22" fmla="*/ 108 w 120"/>
                  <a:gd name="T23" fmla="*/ 12 h 108"/>
                  <a:gd name="T24" fmla="*/ 12 w 120"/>
                  <a:gd name="T25" fmla="*/ 12 h 108"/>
                  <a:gd name="T26" fmla="*/ 12 w 120"/>
                  <a:gd name="T27" fmla="*/ 9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108">
                    <a:moveTo>
                      <a:pt x="114" y="108"/>
                    </a:moveTo>
                    <a:cubicBezTo>
                      <a:pt x="6" y="108"/>
                      <a:pt x="6" y="108"/>
                      <a:pt x="6" y="108"/>
                    </a:cubicBezTo>
                    <a:cubicBezTo>
                      <a:pt x="2" y="108"/>
                      <a:pt x="0" y="106"/>
                      <a:pt x="0" y="10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7" y="0"/>
                      <a:pt x="120" y="3"/>
                      <a:pt x="120" y="6"/>
                    </a:cubicBezTo>
                    <a:cubicBezTo>
                      <a:pt x="120" y="102"/>
                      <a:pt x="120" y="102"/>
                      <a:pt x="120" y="102"/>
                    </a:cubicBezTo>
                    <a:cubicBezTo>
                      <a:pt x="120" y="106"/>
                      <a:pt x="117" y="108"/>
                      <a:pt x="114" y="108"/>
                    </a:cubicBezTo>
                    <a:close/>
                    <a:moveTo>
                      <a:pt x="12" y="96"/>
                    </a:moveTo>
                    <a:cubicBezTo>
                      <a:pt x="108" y="96"/>
                      <a:pt x="108" y="96"/>
                      <a:pt x="108" y="96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99" name="Freeform 141">
                <a:extLst>
                  <a:ext uri="{FF2B5EF4-FFF2-40B4-BE49-F238E27FC236}">
                    <a16:creationId xmlns:a16="http://schemas.microsoft.com/office/drawing/2014/main" id="{C8418892-35E0-80C3-2966-350D1526B5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" y="1878"/>
                <a:ext cx="184" cy="162"/>
              </a:xfrm>
              <a:custGeom>
                <a:avLst/>
                <a:gdLst>
                  <a:gd name="T0" fmla="*/ 114 w 120"/>
                  <a:gd name="T1" fmla="*/ 108 h 108"/>
                  <a:gd name="T2" fmla="*/ 6 w 120"/>
                  <a:gd name="T3" fmla="*/ 108 h 108"/>
                  <a:gd name="T4" fmla="*/ 0 w 120"/>
                  <a:gd name="T5" fmla="*/ 102 h 108"/>
                  <a:gd name="T6" fmla="*/ 0 w 120"/>
                  <a:gd name="T7" fmla="*/ 6 h 108"/>
                  <a:gd name="T8" fmla="*/ 6 w 120"/>
                  <a:gd name="T9" fmla="*/ 0 h 108"/>
                  <a:gd name="T10" fmla="*/ 114 w 120"/>
                  <a:gd name="T11" fmla="*/ 0 h 108"/>
                  <a:gd name="T12" fmla="*/ 120 w 120"/>
                  <a:gd name="T13" fmla="*/ 6 h 108"/>
                  <a:gd name="T14" fmla="*/ 120 w 120"/>
                  <a:gd name="T15" fmla="*/ 102 h 108"/>
                  <a:gd name="T16" fmla="*/ 114 w 120"/>
                  <a:gd name="T17" fmla="*/ 108 h 108"/>
                  <a:gd name="T18" fmla="*/ 12 w 120"/>
                  <a:gd name="T19" fmla="*/ 96 h 108"/>
                  <a:gd name="T20" fmla="*/ 108 w 120"/>
                  <a:gd name="T21" fmla="*/ 96 h 108"/>
                  <a:gd name="T22" fmla="*/ 108 w 120"/>
                  <a:gd name="T23" fmla="*/ 12 h 108"/>
                  <a:gd name="T24" fmla="*/ 12 w 120"/>
                  <a:gd name="T25" fmla="*/ 12 h 108"/>
                  <a:gd name="T26" fmla="*/ 12 w 120"/>
                  <a:gd name="T27" fmla="*/ 9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108">
                    <a:moveTo>
                      <a:pt x="114" y="108"/>
                    </a:moveTo>
                    <a:cubicBezTo>
                      <a:pt x="6" y="108"/>
                      <a:pt x="6" y="108"/>
                      <a:pt x="6" y="108"/>
                    </a:cubicBezTo>
                    <a:cubicBezTo>
                      <a:pt x="2" y="108"/>
                      <a:pt x="0" y="106"/>
                      <a:pt x="0" y="10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7" y="0"/>
                      <a:pt x="120" y="3"/>
                      <a:pt x="120" y="6"/>
                    </a:cubicBezTo>
                    <a:cubicBezTo>
                      <a:pt x="120" y="102"/>
                      <a:pt x="120" y="102"/>
                      <a:pt x="120" y="102"/>
                    </a:cubicBezTo>
                    <a:cubicBezTo>
                      <a:pt x="120" y="106"/>
                      <a:pt x="117" y="108"/>
                      <a:pt x="114" y="108"/>
                    </a:cubicBezTo>
                    <a:close/>
                    <a:moveTo>
                      <a:pt x="12" y="96"/>
                    </a:moveTo>
                    <a:cubicBezTo>
                      <a:pt x="108" y="96"/>
                      <a:pt x="108" y="96"/>
                      <a:pt x="108" y="96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00" name="Freeform 142">
                <a:extLst>
                  <a:ext uri="{FF2B5EF4-FFF2-40B4-BE49-F238E27FC236}">
                    <a16:creationId xmlns:a16="http://schemas.microsoft.com/office/drawing/2014/main" id="{A0092730-8F57-6102-6144-3C1B61F456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0" y="1878"/>
                <a:ext cx="74" cy="72"/>
              </a:xfrm>
              <a:custGeom>
                <a:avLst/>
                <a:gdLst>
                  <a:gd name="T0" fmla="*/ 42 w 48"/>
                  <a:gd name="T1" fmla="*/ 48 h 48"/>
                  <a:gd name="T2" fmla="*/ 6 w 48"/>
                  <a:gd name="T3" fmla="*/ 48 h 48"/>
                  <a:gd name="T4" fmla="*/ 0 w 48"/>
                  <a:gd name="T5" fmla="*/ 42 h 48"/>
                  <a:gd name="T6" fmla="*/ 0 w 48"/>
                  <a:gd name="T7" fmla="*/ 6 h 48"/>
                  <a:gd name="T8" fmla="*/ 6 w 48"/>
                  <a:gd name="T9" fmla="*/ 0 h 48"/>
                  <a:gd name="T10" fmla="*/ 42 w 48"/>
                  <a:gd name="T11" fmla="*/ 0 h 48"/>
                  <a:gd name="T12" fmla="*/ 48 w 48"/>
                  <a:gd name="T13" fmla="*/ 6 h 48"/>
                  <a:gd name="T14" fmla="*/ 48 w 48"/>
                  <a:gd name="T15" fmla="*/ 42 h 48"/>
                  <a:gd name="T16" fmla="*/ 42 w 48"/>
                  <a:gd name="T17" fmla="*/ 48 h 48"/>
                  <a:gd name="T18" fmla="*/ 12 w 48"/>
                  <a:gd name="T19" fmla="*/ 36 h 48"/>
                  <a:gd name="T20" fmla="*/ 36 w 48"/>
                  <a:gd name="T21" fmla="*/ 36 h 48"/>
                  <a:gd name="T22" fmla="*/ 36 w 48"/>
                  <a:gd name="T23" fmla="*/ 12 h 48"/>
                  <a:gd name="T24" fmla="*/ 12 w 48"/>
                  <a:gd name="T25" fmla="*/ 12 h 48"/>
                  <a:gd name="T26" fmla="*/ 12 w 48"/>
                  <a:gd name="T27" fmla="*/ 3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48">
                    <a:moveTo>
                      <a:pt x="42" y="48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2" y="48"/>
                      <a:pt x="0" y="46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8" y="46"/>
                      <a:pt x="45" y="48"/>
                      <a:pt x="42" y="48"/>
                    </a:cubicBezTo>
                    <a:close/>
                    <a:moveTo>
                      <a:pt x="12" y="36"/>
                    </a:move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01" name="Freeform 143">
                <a:extLst>
                  <a:ext uri="{FF2B5EF4-FFF2-40B4-BE49-F238E27FC236}">
                    <a16:creationId xmlns:a16="http://schemas.microsoft.com/office/drawing/2014/main" id="{FFE560D4-5139-DB3E-D64A-38463421F3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8" y="2022"/>
                <a:ext cx="74" cy="72"/>
              </a:xfrm>
              <a:custGeom>
                <a:avLst/>
                <a:gdLst>
                  <a:gd name="T0" fmla="*/ 42 w 48"/>
                  <a:gd name="T1" fmla="*/ 48 h 48"/>
                  <a:gd name="T2" fmla="*/ 6 w 48"/>
                  <a:gd name="T3" fmla="*/ 48 h 48"/>
                  <a:gd name="T4" fmla="*/ 0 w 48"/>
                  <a:gd name="T5" fmla="*/ 42 h 48"/>
                  <a:gd name="T6" fmla="*/ 0 w 48"/>
                  <a:gd name="T7" fmla="*/ 6 h 48"/>
                  <a:gd name="T8" fmla="*/ 6 w 48"/>
                  <a:gd name="T9" fmla="*/ 0 h 48"/>
                  <a:gd name="T10" fmla="*/ 42 w 48"/>
                  <a:gd name="T11" fmla="*/ 0 h 48"/>
                  <a:gd name="T12" fmla="*/ 48 w 48"/>
                  <a:gd name="T13" fmla="*/ 6 h 48"/>
                  <a:gd name="T14" fmla="*/ 48 w 48"/>
                  <a:gd name="T15" fmla="*/ 42 h 48"/>
                  <a:gd name="T16" fmla="*/ 42 w 48"/>
                  <a:gd name="T17" fmla="*/ 48 h 48"/>
                  <a:gd name="T18" fmla="*/ 12 w 48"/>
                  <a:gd name="T19" fmla="*/ 36 h 48"/>
                  <a:gd name="T20" fmla="*/ 36 w 48"/>
                  <a:gd name="T21" fmla="*/ 36 h 48"/>
                  <a:gd name="T22" fmla="*/ 36 w 48"/>
                  <a:gd name="T23" fmla="*/ 12 h 48"/>
                  <a:gd name="T24" fmla="*/ 12 w 48"/>
                  <a:gd name="T25" fmla="*/ 12 h 48"/>
                  <a:gd name="T26" fmla="*/ 12 w 48"/>
                  <a:gd name="T27" fmla="*/ 3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48">
                    <a:moveTo>
                      <a:pt x="42" y="48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2" y="48"/>
                      <a:pt x="0" y="46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8" y="46"/>
                      <a:pt x="45" y="48"/>
                      <a:pt x="42" y="48"/>
                    </a:cubicBezTo>
                    <a:close/>
                    <a:moveTo>
                      <a:pt x="12" y="36"/>
                    </a:move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02" name="Freeform 144">
                <a:extLst>
                  <a:ext uri="{FF2B5EF4-FFF2-40B4-BE49-F238E27FC236}">
                    <a16:creationId xmlns:a16="http://schemas.microsoft.com/office/drawing/2014/main" id="{F4D33C7E-D11A-5833-A086-A5739949D2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4" y="2022"/>
                <a:ext cx="74" cy="72"/>
              </a:xfrm>
              <a:custGeom>
                <a:avLst/>
                <a:gdLst>
                  <a:gd name="T0" fmla="*/ 42 w 48"/>
                  <a:gd name="T1" fmla="*/ 48 h 48"/>
                  <a:gd name="T2" fmla="*/ 6 w 48"/>
                  <a:gd name="T3" fmla="*/ 48 h 48"/>
                  <a:gd name="T4" fmla="*/ 0 w 48"/>
                  <a:gd name="T5" fmla="*/ 42 h 48"/>
                  <a:gd name="T6" fmla="*/ 0 w 48"/>
                  <a:gd name="T7" fmla="*/ 6 h 48"/>
                  <a:gd name="T8" fmla="*/ 6 w 48"/>
                  <a:gd name="T9" fmla="*/ 0 h 48"/>
                  <a:gd name="T10" fmla="*/ 42 w 48"/>
                  <a:gd name="T11" fmla="*/ 0 h 48"/>
                  <a:gd name="T12" fmla="*/ 48 w 48"/>
                  <a:gd name="T13" fmla="*/ 6 h 48"/>
                  <a:gd name="T14" fmla="*/ 48 w 48"/>
                  <a:gd name="T15" fmla="*/ 42 h 48"/>
                  <a:gd name="T16" fmla="*/ 42 w 48"/>
                  <a:gd name="T17" fmla="*/ 48 h 48"/>
                  <a:gd name="T18" fmla="*/ 12 w 48"/>
                  <a:gd name="T19" fmla="*/ 36 h 48"/>
                  <a:gd name="T20" fmla="*/ 36 w 48"/>
                  <a:gd name="T21" fmla="*/ 36 h 48"/>
                  <a:gd name="T22" fmla="*/ 36 w 48"/>
                  <a:gd name="T23" fmla="*/ 12 h 48"/>
                  <a:gd name="T24" fmla="*/ 12 w 48"/>
                  <a:gd name="T25" fmla="*/ 12 h 48"/>
                  <a:gd name="T26" fmla="*/ 12 w 48"/>
                  <a:gd name="T27" fmla="*/ 3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48">
                    <a:moveTo>
                      <a:pt x="42" y="48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2" y="48"/>
                      <a:pt x="0" y="46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8" y="46"/>
                      <a:pt x="45" y="48"/>
                      <a:pt x="42" y="48"/>
                    </a:cubicBezTo>
                    <a:close/>
                    <a:moveTo>
                      <a:pt x="12" y="36"/>
                    </a:move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Arial" charset="0"/>
                </a:endParaRPr>
              </a:p>
            </p:txBody>
          </p: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CDA509B-3CE1-16BF-103B-E4EF33986B33}"/>
                </a:ext>
              </a:extLst>
            </p:cNvPr>
            <p:cNvSpPr txBox="1"/>
            <p:nvPr/>
          </p:nvSpPr>
          <p:spPr>
            <a:xfrm>
              <a:off x="609190" y="5947206"/>
              <a:ext cx="914400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pt-BR" sz="1050" i="1" noProof="0" dirty="0">
                  <a:solidFill>
                    <a:schemeClr val="bg1"/>
                  </a:solidFill>
                </a:rPr>
                <a:t>Setores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59A4A82-2B44-BBC9-2073-B7370D9CF820}"/>
                </a:ext>
              </a:extLst>
            </p:cNvPr>
            <p:cNvSpPr/>
            <p:nvPr/>
          </p:nvSpPr>
          <p:spPr bwMode="auto">
            <a:xfrm>
              <a:off x="8281252" y="5869561"/>
              <a:ext cx="768726" cy="316873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/>
            </a:lstStyle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 panose="020B0503030202060203" pitchFamily="34" charset="77"/>
                  <a:cs typeface="Arial" pitchFamily="34" charset="0"/>
                </a:rPr>
                <a:t>Resources</a:t>
              </a:r>
              <a:endParaRPr kumimoji="0" lang="pt-BR" sz="90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cs typeface="Arial" pitchFamily="34" charset="0"/>
              </a:endParaRPr>
            </a:p>
          </p:txBody>
        </p:sp>
      </p:grp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1FD574A-B791-32EF-E685-EDE5750447EA}"/>
              </a:ext>
            </a:extLst>
          </p:cNvPr>
          <p:cNvCxnSpPr>
            <a:cxnSpLocks/>
          </p:cNvCxnSpPr>
          <p:nvPr/>
        </p:nvCxnSpPr>
        <p:spPr>
          <a:xfrm>
            <a:off x="515999" y="5363771"/>
            <a:ext cx="11160000" cy="0"/>
          </a:xfrm>
          <a:prstGeom prst="line">
            <a:avLst/>
          </a:prstGeom>
          <a:ln w="3175">
            <a:solidFill>
              <a:schemeClr val="bg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FCB9F5E-BFFC-09D8-D5C2-B359A6B0E341}"/>
              </a:ext>
            </a:extLst>
          </p:cNvPr>
          <p:cNvCxnSpPr>
            <a:cxnSpLocks/>
          </p:cNvCxnSpPr>
          <p:nvPr/>
        </p:nvCxnSpPr>
        <p:spPr>
          <a:xfrm>
            <a:off x="515999" y="5843323"/>
            <a:ext cx="11160000" cy="0"/>
          </a:xfrm>
          <a:prstGeom prst="line">
            <a:avLst/>
          </a:prstGeom>
          <a:ln w="3175">
            <a:solidFill>
              <a:schemeClr val="bg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53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168</Words>
  <Application>Microsoft Office PowerPoint</Application>
  <PresentationFormat>Widescreen</PresentationFormat>
  <Paragraphs>33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Graphik</vt:lpstr>
      <vt:lpstr>Graphik Light</vt:lpstr>
      <vt:lpstr>Graphik Medium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2025-11-02T19:18:31Z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